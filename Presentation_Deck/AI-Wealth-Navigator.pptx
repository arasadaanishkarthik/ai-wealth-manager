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985250"/>
  <p:notesSz cx="11430000" cy="8985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63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65" y="-1"/>
            <a:ext cx="11430001" cy="898525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5715000" cy="898524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4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146919"/>
            <a:ext cx="5715000" cy="583833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313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583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946323"/>
            <a:ext cx="9215641" cy="958427"/>
          </a:xfrm>
        </p:spPr>
        <p:txBody>
          <a:bodyPr anchor="b">
            <a:normAutofit/>
          </a:bodyPr>
          <a:lstStyle>
            <a:lvl1pPr>
              <a:defRPr sz="2625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892" y="2635673"/>
            <a:ext cx="10689908" cy="57505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70046" y="2233651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65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30000" cy="898525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0" y="-1"/>
            <a:ext cx="5715000" cy="898524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9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9662" y="5543837"/>
            <a:ext cx="6740338" cy="3441412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313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43750" y="275548"/>
            <a:ext cx="1381126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592114" y="275548"/>
            <a:ext cx="2045017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32229" y="275548"/>
            <a:ext cx="420755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477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484720"/>
            <a:ext cx="10904511" cy="2391971"/>
          </a:xfrm>
        </p:spPr>
        <p:txBody>
          <a:bodyPr anchor="t"/>
          <a:lstStyle>
            <a:lvl1pPr>
              <a:defRPr sz="468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892" y="7011097"/>
            <a:ext cx="6783707" cy="1010514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688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4496715"/>
            <a:ext cx="11430000" cy="2391131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227388" y="684394"/>
            <a:ext cx="2391133" cy="10014093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85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1623765" y="1623769"/>
            <a:ext cx="8996198" cy="5748665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3070887" y="3502437"/>
            <a:ext cx="8553700" cy="2411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5523884"/>
            <a:ext cx="8331843" cy="3464828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843" y="1247952"/>
            <a:ext cx="8331843" cy="7385249"/>
          </a:xfrm>
        </p:spPr>
        <p:txBody>
          <a:bodyPr anchor="b">
            <a:normAutofit/>
          </a:bodyPr>
          <a:lstStyle>
            <a:lvl1pPr algn="r">
              <a:defRPr sz="6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58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6673" y="0"/>
            <a:ext cx="7125173" cy="898525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4467008"/>
            <a:ext cx="7134033" cy="451824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-907798" y="925610"/>
            <a:ext cx="8985250" cy="7134033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6065" y="1919470"/>
            <a:ext cx="7229749" cy="6901812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34" y="2246310"/>
            <a:ext cx="4650578" cy="6187842"/>
          </a:xfrm>
        </p:spPr>
        <p:txBody>
          <a:bodyPr/>
          <a:lstStyle>
            <a:lvl1pPr>
              <a:defRPr sz="4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415032" y="275288"/>
            <a:ext cx="2352454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5218" y="1633737"/>
            <a:ext cx="3191510" cy="6450284"/>
          </a:xfrm>
        </p:spPr>
        <p:txBody>
          <a:bodyPr vert="horz" lIns="91440" tIns="45720" rIns="91440" bIns="45720" rtlCol="0" anchor="t">
            <a:normAutofit/>
          </a:bodyPr>
          <a:lstStyle>
            <a:lvl1pPr marL="428625" indent="-428625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500" dirty="0"/>
            </a:lvl1pPr>
            <a:lvl2pPr marL="535781" indent="-321469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2pPr>
            <a:lvl3pPr marL="750094" indent="-321469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3pPr>
            <a:lvl4pPr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4pPr>
            <a:lvl5pPr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7502400" y="998361"/>
            <a:ext cx="360045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53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3706" y="-3"/>
            <a:ext cx="11416293" cy="5885881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678660" y="1522377"/>
            <a:ext cx="10751341" cy="4363502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3707" y="-9781"/>
            <a:ext cx="5728707" cy="327599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1924563"/>
            <a:ext cx="4777665" cy="3224769"/>
          </a:xfrm>
        </p:spPr>
        <p:txBody>
          <a:bodyPr/>
          <a:lstStyle>
            <a:lvl1pPr>
              <a:defRPr sz="4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2907" y="275288"/>
            <a:ext cx="1935083" cy="4792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72187" y="275288"/>
            <a:ext cx="3048289" cy="4792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81922" y="1522376"/>
            <a:ext cx="3898273" cy="3626957"/>
          </a:xfrm>
        </p:spPr>
        <p:txBody>
          <a:bodyPr vert="horz" lIns="91440" tIns="45720" rIns="91440" bIns="45720" rtlCol="0" anchor="b">
            <a:normAutofit/>
          </a:bodyPr>
          <a:lstStyle>
            <a:lvl1pPr marL="428625" indent="-428625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500" dirty="0"/>
            </a:lvl1pPr>
            <a:lvl2pPr marL="535781" indent="-321469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2pPr>
            <a:lvl3pPr marL="750094" indent="-321469"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3pPr>
            <a:lvl4pPr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4pPr>
            <a:lvl5pPr>
              <a:spcBef>
                <a:spcPts val="938"/>
              </a:spcBef>
              <a:spcAft>
                <a:spcPts val="563"/>
              </a:spcAft>
              <a:buFont typeface="+mj-lt"/>
              <a:buAutoNum type="arabicPeriod"/>
              <a:defRPr lang="en-US" sz="1313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885879"/>
            <a:ext cx="11430000" cy="30993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0375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1430000" cy="9000421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2263288"/>
            <a:ext cx="11430001" cy="6721959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2737138" y="307558"/>
            <a:ext cx="9000421" cy="838530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098556" y="652783"/>
            <a:ext cx="8887202" cy="7777723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70046" y="7993545"/>
            <a:ext cx="1068990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2"/>
            <a:ext cx="11430000" cy="6919643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" y="1198033"/>
            <a:ext cx="7029450" cy="3434362"/>
          </a:xfrm>
        </p:spPr>
        <p:txBody>
          <a:bodyPr anchor="b">
            <a:norm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892" y="5111609"/>
            <a:ext cx="7029450" cy="23960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26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67314" y="1013884"/>
            <a:ext cx="11062686" cy="4129575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1013883"/>
            <a:ext cx="10337426" cy="2141196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19" y="2513124"/>
            <a:ext cx="2755487" cy="274721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00625" y="275288"/>
            <a:ext cx="2755773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0625" y="2513125"/>
            <a:ext cx="4679156" cy="5415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06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247951"/>
            <a:ext cx="3124485" cy="207259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82893" y="269880"/>
            <a:ext cx="1028700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00980" y="271590"/>
            <a:ext cx="1536911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944463" y="275288"/>
            <a:ext cx="462915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2893" y="4061333"/>
            <a:ext cx="3124485" cy="4001431"/>
          </a:xfrm>
        </p:spPr>
        <p:txBody>
          <a:bodyPr>
            <a:normAutofit/>
          </a:bodyPr>
          <a:lstStyle>
            <a:lvl1pPr marL="0" indent="0">
              <a:buNone/>
              <a:defRPr sz="1313"/>
            </a:lvl1pPr>
            <a:lvl2pPr marL="214313" indent="0">
              <a:buNone/>
              <a:defRPr sz="1313"/>
            </a:lvl2pPr>
            <a:lvl3pPr marL="428625" indent="0">
              <a:buNone/>
              <a:defRPr sz="1313"/>
            </a:lvl3pPr>
            <a:lvl4pPr marL="642938" indent="0">
              <a:buNone/>
              <a:defRPr sz="1313"/>
            </a:lvl4pPr>
            <a:lvl5pPr marL="857250" indent="0">
              <a:buNone/>
              <a:defRPr sz="131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93344" y="0"/>
            <a:ext cx="7536656" cy="898525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72458" y="3683293"/>
            <a:ext cx="304325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24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5610280"/>
            <a:ext cx="3197773" cy="2008482"/>
          </a:xfrm>
        </p:spPr>
        <p:txBody>
          <a:bodyPr anchor="t">
            <a:normAutofit/>
          </a:bodyPr>
          <a:lstStyle>
            <a:lvl1pPr>
              <a:defRPr sz="26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1430000" cy="506265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00526" y="5610280"/>
            <a:ext cx="6572249" cy="200848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500"/>
            </a:lvl1pPr>
            <a:lvl2pPr marL="214313" indent="0">
              <a:buFont typeface="Arial" panose="020B0604020202020204" pitchFamily="34" charset="0"/>
              <a:buNone/>
              <a:defRPr sz="1313"/>
            </a:lvl2pPr>
            <a:lvl3pPr marL="428625" indent="0">
              <a:buFont typeface="Arial" panose="020B0604020202020204" pitchFamily="34" charset="0"/>
              <a:buNone/>
              <a:defRPr sz="1125"/>
            </a:lvl3pPr>
            <a:lvl4pPr marL="642938" indent="0">
              <a:buFont typeface="Arial" panose="020B0604020202020204" pitchFamily="34" charset="0"/>
              <a:buNone/>
              <a:defRPr sz="1031"/>
            </a:lvl4pPr>
            <a:lvl5pPr marL="857250" indent="0">
              <a:buFont typeface="Arial" panose="020B0604020202020204" pitchFamily="34" charset="0"/>
              <a:buNone/>
              <a:defRPr sz="98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2892" y="8206529"/>
            <a:ext cx="1649333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525" y="8206529"/>
            <a:ext cx="2352454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4053" y="8206529"/>
            <a:ext cx="567633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70046" y="7985832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6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524624" y="7533146"/>
            <a:ext cx="4905375" cy="1452104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735" y="1252289"/>
            <a:ext cx="3857625" cy="162993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24625" cy="898525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002592" y="275288"/>
            <a:ext cx="1393031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90090" y="275288"/>
            <a:ext cx="1744185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3735" y="3656770"/>
            <a:ext cx="3857625" cy="443272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120726" y="3243699"/>
            <a:ext cx="376063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524624" y="7533146"/>
            <a:ext cx="4905375" cy="1452104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6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333357"/>
            <a:ext cx="3197773" cy="2008482"/>
          </a:xfrm>
        </p:spPr>
        <p:txBody>
          <a:bodyPr anchor="t">
            <a:normAutofit/>
          </a:bodyPr>
          <a:lstStyle>
            <a:lvl1pPr>
              <a:defRPr sz="26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525" y="275288"/>
            <a:ext cx="2352454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00526" y="1333357"/>
            <a:ext cx="6572249" cy="311488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500"/>
            </a:lvl1pPr>
            <a:lvl2pPr marL="214313" indent="0">
              <a:buFont typeface="Arial" panose="020B0604020202020204" pitchFamily="34" charset="0"/>
              <a:buNone/>
              <a:defRPr sz="1313"/>
            </a:lvl2pPr>
            <a:lvl3pPr marL="428625" indent="0">
              <a:buFont typeface="Arial" panose="020B0604020202020204" pitchFamily="34" charset="0"/>
              <a:buNone/>
              <a:defRPr sz="1125"/>
            </a:lvl3pPr>
            <a:lvl4pPr marL="642938" indent="0">
              <a:buFont typeface="Arial" panose="020B0604020202020204" pitchFamily="34" charset="0"/>
              <a:buNone/>
              <a:defRPr sz="1031"/>
            </a:lvl4pPr>
            <a:lvl5pPr marL="857250" indent="0">
              <a:buFont typeface="Arial" panose="020B0604020202020204" pitchFamily="34" charset="0"/>
              <a:buNone/>
              <a:defRPr sz="98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028110"/>
            <a:ext cx="11430000" cy="395714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08376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797050"/>
            <a:ext cx="3257550" cy="299508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79094" y="275288"/>
            <a:ext cx="2680600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135849" y="275288"/>
            <a:ext cx="567633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9094" y="1797051"/>
            <a:ext cx="3158229" cy="6160416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85355" y="1"/>
            <a:ext cx="3244645" cy="89968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6250988"/>
            <a:ext cx="4569995" cy="2745893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5048024"/>
            <a:ext cx="2646656" cy="3960488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72189" y="984359"/>
            <a:ext cx="724376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913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247951"/>
            <a:ext cx="6329182" cy="16388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82893" y="267097"/>
            <a:ext cx="2143125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28876" y="267097"/>
            <a:ext cx="2601565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856878" y="267097"/>
            <a:ext cx="810744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2893" y="3158225"/>
            <a:ext cx="6333294" cy="4988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43750" y="0"/>
            <a:ext cx="4286250" cy="898525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4855675"/>
            <a:ext cx="7143750" cy="4129575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7333253"/>
            <a:ext cx="7143750" cy="1651997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72189" y="984359"/>
            <a:ext cx="620649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121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3713902"/>
            <a:ext cx="2825983" cy="3833707"/>
          </a:xfrm>
        </p:spPr>
        <p:txBody>
          <a:bodyPr anchor="t">
            <a:normAutofit/>
          </a:bodyPr>
          <a:lstStyle>
            <a:lvl1pPr>
              <a:defRPr sz="26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6684" y="0"/>
            <a:ext cx="11446684" cy="317077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00525" y="3713903"/>
            <a:ext cx="6750844" cy="3833707"/>
          </a:xfrm>
        </p:spPr>
        <p:txBody>
          <a:bodyPr>
            <a:noAutofit/>
          </a:bodyPr>
          <a:lstStyle>
            <a:lvl1pPr marL="267891" indent="-267891">
              <a:buFont typeface="Arial" panose="020B0604020202020204" pitchFamily="34" charset="0"/>
              <a:buNone/>
              <a:defRPr sz="1688"/>
            </a:lvl1pPr>
            <a:lvl2pPr marL="482203" indent="-267891">
              <a:buFont typeface="Arial" panose="020B0604020202020204" pitchFamily="34" charset="0"/>
              <a:buNone/>
              <a:defRPr sz="1500"/>
            </a:lvl2pPr>
            <a:lvl3pPr marL="696516" indent="-267891">
              <a:buFont typeface="Arial" panose="020B0604020202020204" pitchFamily="34" charset="0"/>
              <a:buNone/>
              <a:defRPr sz="1313"/>
            </a:lvl3pPr>
            <a:lvl4pPr marL="803672" indent="-160734">
              <a:buFont typeface="Arial" panose="020B0604020202020204" pitchFamily="34" charset="0"/>
              <a:buNone/>
              <a:defRPr sz="1125"/>
            </a:lvl4pPr>
            <a:lvl5pPr marL="1017984" indent="-160734">
              <a:buFont typeface="Arial" panose="020B0604020202020204" pitchFamily="34" charset="0"/>
              <a:buNone/>
              <a:defRPr sz="103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82893" y="8220145"/>
            <a:ext cx="2825983" cy="4792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200525" y="8220145"/>
            <a:ext cx="2964656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587038" y="8220145"/>
            <a:ext cx="533360" cy="479213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70046" y="7985832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12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324511"/>
            <a:ext cx="3288204" cy="1832286"/>
          </a:xfrm>
        </p:spPr>
        <p:txBody>
          <a:bodyPr anchor="t">
            <a:normAutofit/>
          </a:bodyPr>
          <a:lstStyle>
            <a:lvl1pPr>
              <a:defRPr sz="2625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24387" y="275288"/>
            <a:ext cx="2352454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3142" y="3511883"/>
            <a:ext cx="3147955" cy="47980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035971" y="7660739"/>
            <a:ext cx="9394029" cy="132451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6360620" y="3915868"/>
            <a:ext cx="6477599" cy="366116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150148" y="1409452"/>
            <a:ext cx="0" cy="6477601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24387" y="1324508"/>
            <a:ext cx="6086475" cy="682879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1740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" y="1336142"/>
            <a:ext cx="3205669" cy="2432428"/>
          </a:xfrm>
        </p:spPr>
        <p:txBody>
          <a:bodyPr anchor="t">
            <a:normAutofit/>
          </a:bodyPr>
          <a:lstStyle>
            <a:lvl1pPr>
              <a:defRPr sz="2625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9033" y="275288"/>
            <a:ext cx="2352454" cy="479213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8490" y="3989568"/>
            <a:ext cx="3130071" cy="432032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9033" y="1336140"/>
            <a:ext cx="6858000" cy="73080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429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2186" y="6429880"/>
            <a:ext cx="4987767" cy="1885190"/>
          </a:xfrm>
        </p:spPr>
        <p:txBody>
          <a:bodyPr anchor="t"/>
          <a:lstStyle>
            <a:lvl1pPr>
              <a:lnSpc>
                <a:spcPct val="100000"/>
              </a:lnSpc>
              <a:defRPr sz="1875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7473" y="1004602"/>
            <a:ext cx="10612933" cy="4571662"/>
          </a:xfrm>
        </p:spPr>
        <p:txBody>
          <a:bodyPr/>
          <a:lstStyle>
            <a:lvl1pPr>
              <a:lnSpc>
                <a:spcPct val="85000"/>
              </a:lnSpc>
              <a:defRPr sz="225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70046" y="6108402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222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1430002" cy="898525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453249" y="0"/>
            <a:ext cx="7976751" cy="898525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9828" y="-169827"/>
            <a:ext cx="9816620" cy="10156275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57" y="-1485561"/>
            <a:ext cx="9986963" cy="1267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4717258" y="-26644"/>
            <a:ext cx="6712742" cy="9011894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401" y="3543500"/>
            <a:ext cx="11421598" cy="544175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7176" y="3543980"/>
            <a:ext cx="9188648" cy="4636140"/>
          </a:xfrm>
        </p:spPr>
        <p:txBody>
          <a:bodyPr anchor="b"/>
          <a:lstStyle>
            <a:lvl1pPr>
              <a:lnSpc>
                <a:spcPct val="100000"/>
              </a:lnSpc>
              <a:defRPr sz="5063"/>
            </a:lvl1pPr>
            <a:lvl2pPr>
              <a:lnSpc>
                <a:spcPct val="100000"/>
              </a:lnSpc>
              <a:defRPr sz="4500"/>
            </a:lvl2pPr>
            <a:lvl3pPr>
              <a:lnSpc>
                <a:spcPct val="100000"/>
              </a:lnSpc>
              <a:defRPr sz="4125"/>
            </a:lvl3pPr>
            <a:lvl4pPr>
              <a:lnSpc>
                <a:spcPct val="100000"/>
              </a:lnSpc>
              <a:defRPr sz="3750"/>
            </a:lvl4pPr>
            <a:lvl5pPr>
              <a:lnSpc>
                <a:spcPct val="100000"/>
              </a:lnSpc>
              <a:defRPr sz="3375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4998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1430000" cy="898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59166"/>
            <a:ext cx="11430000" cy="394467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1222380" y="-1222370"/>
            <a:ext cx="8985245" cy="11429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572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468688" y="-3461127"/>
            <a:ext cx="4492625" cy="1141487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572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219" y="6508718"/>
            <a:ext cx="7953851" cy="1378334"/>
          </a:xfrm>
        </p:spPr>
        <p:txBody>
          <a:bodyPr anchor="ctr">
            <a:normAutofit/>
          </a:bodyPr>
          <a:lstStyle>
            <a:lvl1pPr marL="128588" indent="-128588">
              <a:lnSpc>
                <a:spcPct val="100000"/>
              </a:lnSpc>
              <a:defRPr sz="1875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0219" y="1841752"/>
            <a:ext cx="7953851" cy="404535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750" b="0" dirty="0">
                <a:solidFill>
                  <a:schemeClr val="tx1"/>
                </a:solidFill>
              </a:defRPr>
            </a:lvl1pPr>
            <a:lvl2pPr marL="214313" indent="0">
              <a:lnSpc>
                <a:spcPct val="100000"/>
              </a:lnSpc>
              <a:buNone/>
              <a:defRPr lang="en-US" sz="3750" b="0" dirty="0">
                <a:solidFill>
                  <a:schemeClr val="tx1"/>
                </a:solidFill>
              </a:defRPr>
            </a:lvl2pPr>
            <a:lvl3pPr marL="428625" indent="0">
              <a:lnSpc>
                <a:spcPct val="100000"/>
              </a:lnSpc>
              <a:buNone/>
              <a:defRPr lang="en-US" sz="3750" b="0" dirty="0">
                <a:solidFill>
                  <a:schemeClr val="tx1"/>
                </a:solidFill>
              </a:defRPr>
            </a:lvl3pPr>
            <a:lvl4pPr marL="642938" indent="0">
              <a:lnSpc>
                <a:spcPct val="100000"/>
              </a:lnSpc>
              <a:buNone/>
              <a:defRPr lang="en-US" sz="3750" b="0" dirty="0">
                <a:solidFill>
                  <a:schemeClr val="tx1"/>
                </a:solidFill>
              </a:defRPr>
            </a:lvl4pPr>
            <a:lvl5pPr marL="857250" indent="0">
              <a:lnSpc>
                <a:spcPct val="100000"/>
              </a:lnSpc>
              <a:buNone/>
              <a:defRPr lang="en-US" sz="3375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947455" y="6303057"/>
            <a:ext cx="7756615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213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998361"/>
            <a:ext cx="6574580" cy="1809932"/>
          </a:xfrm>
        </p:spPr>
        <p:txBody>
          <a:bodyPr anchor="t">
            <a:noAutofit/>
          </a:bodyPr>
          <a:lstStyle>
            <a:lvl1pPr>
              <a:defRPr sz="4125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70046" y="3973752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971197" y="1526445"/>
            <a:ext cx="3487607" cy="11430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645065" y="1200313"/>
            <a:ext cx="4139871" cy="11430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779" y="4492625"/>
            <a:ext cx="10473468" cy="32304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5325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4367034" y="-972615"/>
            <a:ext cx="2391133" cy="1112520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3394415"/>
            <a:ext cx="11430000" cy="2391131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998361"/>
            <a:ext cx="5714999" cy="1905672"/>
          </a:xfrm>
        </p:spPr>
        <p:txBody>
          <a:bodyPr anchor="t">
            <a:normAutofit/>
          </a:bodyPr>
          <a:lstStyle>
            <a:lvl1pPr>
              <a:defRPr sz="506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43750" y="4372822"/>
            <a:ext cx="3370473" cy="370596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88" dirty="0"/>
            </a:lvl1pPr>
            <a:lvl2pPr marL="214313" indent="0">
              <a:buNone/>
              <a:defRPr lang="en-US" sz="1313" dirty="0"/>
            </a:lvl2pPr>
            <a:lvl3pPr marL="428625" indent="0">
              <a:buNone/>
              <a:defRPr lang="en-US" sz="1125" dirty="0"/>
            </a:lvl3pPr>
            <a:lvl4pPr marL="642938" indent="0">
              <a:buNone/>
              <a:defRPr lang="en-US" sz="1031" dirty="0"/>
            </a:lvl4pPr>
            <a:lvl5pPr marL="857250" indent="0">
              <a:buNone/>
              <a:defRPr lang="en-US" sz="984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3584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" y="958427"/>
            <a:ext cx="10179844" cy="9071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82774" y="2366948"/>
            <a:ext cx="4842867" cy="6008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03648" y="2366948"/>
            <a:ext cx="4679156" cy="6008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70046" y="2076591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172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1"/>
            <a:ext cx="11429999" cy="1752678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" y="958427"/>
            <a:ext cx="10861358" cy="86742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892" y="2326600"/>
            <a:ext cx="4843463" cy="838623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none" baseline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82774" y="3265612"/>
            <a:ext cx="4842867" cy="5110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787" y="2326597"/>
            <a:ext cx="4843463" cy="838623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none" baseline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03647" y="3265612"/>
            <a:ext cx="4858038" cy="5110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70046" y="2070006"/>
            <a:ext cx="1068990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1"/>
            <a:ext cx="11429999" cy="1752678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02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317837"/>
            <a:ext cx="9286875" cy="104951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9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164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1166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886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3" y="1138735"/>
            <a:ext cx="10878793" cy="12698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2892" y="275288"/>
            <a:ext cx="1649333" cy="479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 cap="none" spc="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6080" y="275288"/>
            <a:ext cx="2352454" cy="479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053" y="275288"/>
            <a:ext cx="567633" cy="479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 cap="none" spc="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893" y="2682322"/>
            <a:ext cx="10878793" cy="5548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70046" y="984359"/>
            <a:ext cx="1068990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42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</p:sldLayoutIdLst>
  <p:txStyles>
    <p:titleStyle>
      <a:lvl1pPr algn="l" defTabSz="857250" rtl="0" eaLnBrk="1" latinLnBrk="0" hangingPunct="1">
        <a:lnSpc>
          <a:spcPct val="85000"/>
        </a:lnSpc>
        <a:spcBef>
          <a:spcPct val="0"/>
        </a:spcBef>
        <a:buNone/>
        <a:defRPr sz="2625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857250" rtl="0" eaLnBrk="1" latinLnBrk="0" hangingPunct="1">
        <a:lnSpc>
          <a:spcPct val="120000"/>
        </a:lnSpc>
        <a:spcBef>
          <a:spcPts val="938"/>
        </a:spcBef>
        <a:buFont typeface="Arial" panose="020B0604020202020204" pitchFamily="34" charset="0"/>
        <a:buNone/>
        <a:defRPr sz="1313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14313" indent="0" algn="l" defTabSz="857250" rtl="0" eaLnBrk="1" latinLnBrk="0" hangingPunct="1">
        <a:lnSpc>
          <a:spcPct val="120000"/>
        </a:lnSpc>
        <a:spcBef>
          <a:spcPts val="469"/>
        </a:spcBef>
        <a:buFont typeface="Arial" panose="020B0604020202020204" pitchFamily="34" charset="0"/>
        <a:buNone/>
        <a:defRPr sz="1313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28625" indent="0" algn="l" defTabSz="857250" rtl="0" eaLnBrk="1" latinLnBrk="0" hangingPunct="1">
        <a:lnSpc>
          <a:spcPct val="120000"/>
        </a:lnSpc>
        <a:spcBef>
          <a:spcPts val="469"/>
        </a:spcBef>
        <a:buFont typeface="Arial" panose="020B0604020202020204" pitchFamily="34" charset="0"/>
        <a:buNone/>
        <a:defRPr sz="1313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42938" indent="0" algn="l" defTabSz="857250" rtl="0" eaLnBrk="1" latinLnBrk="0" hangingPunct="1">
        <a:lnSpc>
          <a:spcPct val="120000"/>
        </a:lnSpc>
        <a:spcBef>
          <a:spcPts val="469"/>
        </a:spcBef>
        <a:buFont typeface="Arial" panose="020B0604020202020204" pitchFamily="34" charset="0"/>
        <a:buNone/>
        <a:defRPr sz="1313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857250" indent="0" algn="l" defTabSz="857250" rtl="0" eaLnBrk="1" latinLnBrk="0" hangingPunct="1">
        <a:lnSpc>
          <a:spcPct val="120000"/>
        </a:lnSpc>
        <a:spcBef>
          <a:spcPts val="469"/>
        </a:spcBef>
        <a:buFont typeface="Arial" panose="020B0604020202020204" pitchFamily="34" charset="0"/>
        <a:buNone/>
        <a:defRPr sz="1313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9" Type="http://schemas.openxmlformats.org/officeDocument/2006/relationships/image" Target="../media/image74.png"/><Relationship Id="rId21" Type="http://schemas.openxmlformats.org/officeDocument/2006/relationships/image" Target="../media/image56.png"/><Relationship Id="rId34" Type="http://schemas.openxmlformats.org/officeDocument/2006/relationships/image" Target="../media/image69.png"/><Relationship Id="rId42" Type="http://schemas.openxmlformats.org/officeDocument/2006/relationships/image" Target="../media/image77.png"/><Relationship Id="rId47" Type="http://schemas.openxmlformats.org/officeDocument/2006/relationships/image" Target="../media/image82.png"/><Relationship Id="rId50" Type="http://schemas.openxmlformats.org/officeDocument/2006/relationships/image" Target="../media/image85.png"/><Relationship Id="rId55" Type="http://schemas.openxmlformats.org/officeDocument/2006/relationships/image" Target="../media/image90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9" Type="http://schemas.openxmlformats.org/officeDocument/2006/relationships/image" Target="../media/image64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37" Type="http://schemas.openxmlformats.org/officeDocument/2006/relationships/image" Target="../media/image72.png"/><Relationship Id="rId40" Type="http://schemas.openxmlformats.org/officeDocument/2006/relationships/image" Target="../media/image75.png"/><Relationship Id="rId45" Type="http://schemas.openxmlformats.org/officeDocument/2006/relationships/image" Target="../media/image80.png"/><Relationship Id="rId53" Type="http://schemas.openxmlformats.org/officeDocument/2006/relationships/image" Target="../media/image88.png"/><Relationship Id="rId5" Type="http://schemas.openxmlformats.org/officeDocument/2006/relationships/image" Target="../media/image40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Relationship Id="rId35" Type="http://schemas.openxmlformats.org/officeDocument/2006/relationships/image" Target="../media/image70.png"/><Relationship Id="rId43" Type="http://schemas.openxmlformats.org/officeDocument/2006/relationships/image" Target="../media/image78.pn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8" Type="http://schemas.openxmlformats.org/officeDocument/2006/relationships/image" Target="../media/image43.png"/><Relationship Id="rId51" Type="http://schemas.openxmlformats.org/officeDocument/2006/relationships/image" Target="../media/image86.png"/><Relationship Id="rId3" Type="http://schemas.openxmlformats.org/officeDocument/2006/relationships/image" Target="../media/image3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20" Type="http://schemas.openxmlformats.org/officeDocument/2006/relationships/image" Target="../media/image55.png"/><Relationship Id="rId41" Type="http://schemas.openxmlformats.org/officeDocument/2006/relationships/image" Target="../media/image76.png"/><Relationship Id="rId54" Type="http://schemas.openxmlformats.org/officeDocument/2006/relationships/image" Target="../media/image8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36" Type="http://schemas.openxmlformats.org/officeDocument/2006/relationships/image" Target="../media/image71.png"/><Relationship Id="rId49" Type="http://schemas.openxmlformats.org/officeDocument/2006/relationships/image" Target="../media/image84.png"/><Relationship Id="rId57" Type="http://schemas.openxmlformats.org/officeDocument/2006/relationships/image" Target="../media/image92.png"/><Relationship Id="rId10" Type="http://schemas.openxmlformats.org/officeDocument/2006/relationships/image" Target="../media/image45.png"/><Relationship Id="rId31" Type="http://schemas.openxmlformats.org/officeDocument/2006/relationships/image" Target="../media/image66.png"/><Relationship Id="rId44" Type="http://schemas.openxmlformats.org/officeDocument/2006/relationships/image" Target="../media/image79.png"/><Relationship Id="rId52" Type="http://schemas.openxmlformats.org/officeDocument/2006/relationships/image" Target="../media/image8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" Type="http://schemas.openxmlformats.org/officeDocument/2006/relationships/image" Target="../media/image95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9" Type="http://schemas.openxmlformats.org/officeDocument/2006/relationships/image" Target="../media/image167.png"/><Relationship Id="rId21" Type="http://schemas.openxmlformats.org/officeDocument/2006/relationships/image" Target="../media/image149.png"/><Relationship Id="rId34" Type="http://schemas.openxmlformats.org/officeDocument/2006/relationships/image" Target="../media/image162.png"/><Relationship Id="rId42" Type="http://schemas.openxmlformats.org/officeDocument/2006/relationships/image" Target="../media/image170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6" Type="http://schemas.openxmlformats.org/officeDocument/2006/relationships/image" Target="../media/image144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4.jp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32" Type="http://schemas.openxmlformats.org/officeDocument/2006/relationships/image" Target="../media/image160.png"/><Relationship Id="rId37" Type="http://schemas.openxmlformats.org/officeDocument/2006/relationships/image" Target="../media/image165.png"/><Relationship Id="rId40" Type="http://schemas.openxmlformats.org/officeDocument/2006/relationships/image" Target="../media/image168.png"/><Relationship Id="rId45" Type="http://schemas.openxmlformats.org/officeDocument/2006/relationships/image" Target="../media/image173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36" Type="http://schemas.openxmlformats.org/officeDocument/2006/relationships/image" Target="../media/image164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31" Type="http://schemas.openxmlformats.org/officeDocument/2006/relationships/image" Target="../media/image159.png"/><Relationship Id="rId44" Type="http://schemas.openxmlformats.org/officeDocument/2006/relationships/image" Target="../media/image172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35" Type="http://schemas.openxmlformats.org/officeDocument/2006/relationships/image" Target="../media/image163.png"/><Relationship Id="rId43" Type="http://schemas.openxmlformats.org/officeDocument/2006/relationships/image" Target="../media/image171.png"/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33" Type="http://schemas.openxmlformats.org/officeDocument/2006/relationships/image" Target="../media/image161.png"/><Relationship Id="rId38" Type="http://schemas.openxmlformats.org/officeDocument/2006/relationships/image" Target="../media/image166.png"/><Relationship Id="rId20" Type="http://schemas.openxmlformats.org/officeDocument/2006/relationships/image" Target="../media/image148.png"/><Relationship Id="rId41" Type="http://schemas.openxmlformats.org/officeDocument/2006/relationships/image" Target="../media/image1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29365" cy="8985249"/>
          </a:xfrm>
          <a:custGeom>
            <a:avLst/>
            <a:gdLst/>
            <a:ahLst/>
            <a:cxnLst/>
            <a:rect l="l" t="t" r="r" b="b"/>
            <a:pathLst>
              <a:path w="11429365" h="6438265">
                <a:moveTo>
                  <a:pt x="11429365" y="0"/>
                </a:moveTo>
                <a:lnTo>
                  <a:pt x="0" y="0"/>
                </a:lnTo>
                <a:lnTo>
                  <a:pt x="0" y="6438264"/>
                </a:lnTo>
                <a:lnTo>
                  <a:pt x="11429365" y="6438264"/>
                </a:lnTo>
                <a:lnTo>
                  <a:pt x="11429365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146" y="1"/>
            <a:ext cx="4410202" cy="6424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36" y="2114295"/>
            <a:ext cx="1400086" cy="2571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08634" y="2620898"/>
            <a:ext cx="552450" cy="377190"/>
          </a:xfrm>
          <a:custGeom>
            <a:avLst/>
            <a:gdLst/>
            <a:ahLst/>
            <a:cxnLst/>
            <a:rect l="l" t="t" r="r" b="b"/>
            <a:pathLst>
              <a:path w="552450" h="377189">
                <a:moveTo>
                  <a:pt x="65544" y="376300"/>
                </a:moveTo>
                <a:lnTo>
                  <a:pt x="16805" y="376300"/>
                </a:lnTo>
                <a:lnTo>
                  <a:pt x="25663" y="377063"/>
                </a:lnTo>
                <a:lnTo>
                  <a:pt x="53505" y="377063"/>
                </a:lnTo>
                <a:lnTo>
                  <a:pt x="65544" y="376300"/>
                </a:lnTo>
                <a:close/>
              </a:path>
              <a:path w="552450" h="377189">
                <a:moveTo>
                  <a:pt x="393428" y="376300"/>
                </a:moveTo>
                <a:lnTo>
                  <a:pt x="331133" y="376300"/>
                </a:lnTo>
                <a:lnTo>
                  <a:pt x="348068" y="377063"/>
                </a:lnTo>
                <a:lnTo>
                  <a:pt x="373878" y="377063"/>
                </a:lnTo>
                <a:lnTo>
                  <a:pt x="393428" y="376300"/>
                </a:lnTo>
                <a:close/>
              </a:path>
              <a:path w="552450" h="377189">
                <a:moveTo>
                  <a:pt x="8679" y="375285"/>
                </a:moveTo>
                <a:lnTo>
                  <a:pt x="7061" y="375285"/>
                </a:lnTo>
                <a:lnTo>
                  <a:pt x="16509" y="376300"/>
                </a:lnTo>
                <a:lnTo>
                  <a:pt x="68004" y="376300"/>
                </a:lnTo>
                <a:lnTo>
                  <a:pt x="71111" y="375792"/>
                </a:lnTo>
                <a:lnTo>
                  <a:pt x="10166" y="375792"/>
                </a:lnTo>
                <a:lnTo>
                  <a:pt x="8679" y="375285"/>
                </a:lnTo>
                <a:close/>
              </a:path>
              <a:path w="552450" h="377189">
                <a:moveTo>
                  <a:pt x="326349" y="375792"/>
                </a:moveTo>
                <a:lnTo>
                  <a:pt x="73571" y="375792"/>
                </a:lnTo>
                <a:lnTo>
                  <a:pt x="65544" y="376300"/>
                </a:lnTo>
                <a:lnTo>
                  <a:pt x="330301" y="376300"/>
                </a:lnTo>
                <a:lnTo>
                  <a:pt x="326349" y="375792"/>
                </a:lnTo>
                <a:close/>
              </a:path>
              <a:path w="552450" h="377189">
                <a:moveTo>
                  <a:pt x="225198" y="214"/>
                </a:moveTo>
                <a:lnTo>
                  <a:pt x="177414" y="214"/>
                </a:lnTo>
                <a:lnTo>
                  <a:pt x="164668" y="635"/>
                </a:lnTo>
                <a:lnTo>
                  <a:pt x="159156" y="1397"/>
                </a:lnTo>
                <a:lnTo>
                  <a:pt x="151206" y="3428"/>
                </a:lnTo>
                <a:lnTo>
                  <a:pt x="148069" y="5079"/>
                </a:lnTo>
                <a:lnTo>
                  <a:pt x="148197" y="5079"/>
                </a:lnTo>
                <a:lnTo>
                  <a:pt x="144678" y="9016"/>
                </a:lnTo>
                <a:lnTo>
                  <a:pt x="5791" y="346455"/>
                </a:lnTo>
                <a:lnTo>
                  <a:pt x="0" y="366649"/>
                </a:lnTo>
                <a:lnTo>
                  <a:pt x="787" y="369697"/>
                </a:lnTo>
                <a:lnTo>
                  <a:pt x="3060" y="371983"/>
                </a:lnTo>
                <a:lnTo>
                  <a:pt x="5334" y="374141"/>
                </a:lnTo>
                <a:lnTo>
                  <a:pt x="10166" y="375792"/>
                </a:lnTo>
                <a:lnTo>
                  <a:pt x="71111" y="375792"/>
                </a:lnTo>
                <a:lnTo>
                  <a:pt x="88239" y="363220"/>
                </a:lnTo>
                <a:lnTo>
                  <a:pt x="116179" y="290067"/>
                </a:lnTo>
                <a:lnTo>
                  <a:pt x="377582" y="290067"/>
                </a:lnTo>
                <a:lnTo>
                  <a:pt x="353588" y="231775"/>
                </a:lnTo>
                <a:lnTo>
                  <a:pt x="135940" y="231775"/>
                </a:lnTo>
                <a:lnTo>
                  <a:pt x="198285" y="73025"/>
                </a:lnTo>
                <a:lnTo>
                  <a:pt x="288243" y="73025"/>
                </a:lnTo>
                <a:lnTo>
                  <a:pt x="264718" y="15875"/>
                </a:lnTo>
                <a:lnTo>
                  <a:pt x="263359" y="12191"/>
                </a:lnTo>
                <a:lnTo>
                  <a:pt x="239623" y="635"/>
                </a:lnTo>
                <a:lnTo>
                  <a:pt x="225198" y="214"/>
                </a:lnTo>
                <a:close/>
              </a:path>
              <a:path w="552450" h="377189">
                <a:moveTo>
                  <a:pt x="323659" y="375285"/>
                </a:moveTo>
                <a:lnTo>
                  <a:pt x="74218" y="375285"/>
                </a:lnTo>
                <a:lnTo>
                  <a:pt x="71111" y="375792"/>
                </a:lnTo>
                <a:lnTo>
                  <a:pt x="325928" y="375792"/>
                </a:lnTo>
                <a:lnTo>
                  <a:pt x="323659" y="375285"/>
                </a:lnTo>
                <a:close/>
              </a:path>
              <a:path w="552450" h="377189">
                <a:moveTo>
                  <a:pt x="377582" y="290067"/>
                </a:moveTo>
                <a:lnTo>
                  <a:pt x="281749" y="290067"/>
                </a:lnTo>
                <a:lnTo>
                  <a:pt x="311391" y="365125"/>
                </a:lnTo>
                <a:lnTo>
                  <a:pt x="312305" y="367664"/>
                </a:lnTo>
                <a:lnTo>
                  <a:pt x="313436" y="369697"/>
                </a:lnTo>
                <a:lnTo>
                  <a:pt x="316166" y="372745"/>
                </a:lnTo>
                <a:lnTo>
                  <a:pt x="318792" y="374141"/>
                </a:lnTo>
                <a:lnTo>
                  <a:pt x="319040" y="374141"/>
                </a:lnTo>
                <a:lnTo>
                  <a:pt x="321957" y="374903"/>
                </a:lnTo>
                <a:lnTo>
                  <a:pt x="325928" y="375792"/>
                </a:lnTo>
                <a:lnTo>
                  <a:pt x="396455" y="375792"/>
                </a:lnTo>
                <a:lnTo>
                  <a:pt x="400888" y="374523"/>
                </a:lnTo>
                <a:lnTo>
                  <a:pt x="405879" y="370459"/>
                </a:lnTo>
                <a:lnTo>
                  <a:pt x="406753" y="367664"/>
                </a:lnTo>
                <a:lnTo>
                  <a:pt x="406643" y="366649"/>
                </a:lnTo>
                <a:lnTo>
                  <a:pt x="405422" y="359410"/>
                </a:lnTo>
                <a:lnTo>
                  <a:pt x="403720" y="353949"/>
                </a:lnTo>
                <a:lnTo>
                  <a:pt x="401002" y="346963"/>
                </a:lnTo>
                <a:lnTo>
                  <a:pt x="377582" y="290067"/>
                </a:lnTo>
                <a:close/>
              </a:path>
              <a:path w="552450" h="377189">
                <a:moveTo>
                  <a:pt x="288243" y="73025"/>
                </a:moveTo>
                <a:lnTo>
                  <a:pt x="198628" y="73025"/>
                </a:lnTo>
                <a:lnTo>
                  <a:pt x="260972" y="231775"/>
                </a:lnTo>
                <a:lnTo>
                  <a:pt x="353588" y="231775"/>
                </a:lnTo>
                <a:lnTo>
                  <a:pt x="288243" y="73025"/>
                </a:lnTo>
                <a:close/>
              </a:path>
              <a:path w="552450" h="377189">
                <a:moveTo>
                  <a:pt x="515835" y="0"/>
                </a:moveTo>
                <a:lnTo>
                  <a:pt x="498348" y="0"/>
                </a:lnTo>
                <a:lnTo>
                  <a:pt x="491197" y="253"/>
                </a:lnTo>
                <a:lnTo>
                  <a:pt x="485520" y="762"/>
                </a:lnTo>
                <a:lnTo>
                  <a:pt x="479831" y="1397"/>
                </a:lnTo>
                <a:lnTo>
                  <a:pt x="475233" y="2159"/>
                </a:lnTo>
                <a:lnTo>
                  <a:pt x="471716" y="3175"/>
                </a:lnTo>
                <a:lnTo>
                  <a:pt x="468198" y="4063"/>
                </a:lnTo>
                <a:lnTo>
                  <a:pt x="465696" y="5334"/>
                </a:lnTo>
                <a:lnTo>
                  <a:pt x="462749" y="8382"/>
                </a:lnTo>
                <a:lnTo>
                  <a:pt x="462013" y="10160"/>
                </a:lnTo>
                <a:lnTo>
                  <a:pt x="462013" y="366775"/>
                </a:lnTo>
                <a:lnTo>
                  <a:pt x="498348" y="377063"/>
                </a:lnTo>
                <a:lnTo>
                  <a:pt x="515835" y="377063"/>
                </a:lnTo>
                <a:lnTo>
                  <a:pt x="551954" y="366775"/>
                </a:lnTo>
                <a:lnTo>
                  <a:pt x="551954" y="10160"/>
                </a:lnTo>
                <a:lnTo>
                  <a:pt x="551218" y="8382"/>
                </a:lnTo>
                <a:lnTo>
                  <a:pt x="548258" y="5334"/>
                </a:lnTo>
                <a:lnTo>
                  <a:pt x="545820" y="4063"/>
                </a:lnTo>
                <a:lnTo>
                  <a:pt x="542417" y="3175"/>
                </a:lnTo>
                <a:lnTo>
                  <a:pt x="539000" y="2159"/>
                </a:lnTo>
                <a:lnTo>
                  <a:pt x="534466" y="1397"/>
                </a:lnTo>
                <a:lnTo>
                  <a:pt x="528789" y="762"/>
                </a:lnTo>
                <a:lnTo>
                  <a:pt x="523100" y="253"/>
                </a:lnTo>
                <a:lnTo>
                  <a:pt x="515835" y="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384" y="2594228"/>
            <a:ext cx="2031483" cy="4085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1117" y="2604134"/>
            <a:ext cx="2748864" cy="49745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6831" y="3512820"/>
            <a:ext cx="4697095" cy="153670"/>
            <a:chOff x="606831" y="3512820"/>
            <a:chExt cx="4697095" cy="15367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831" y="3512820"/>
              <a:ext cx="3158464" cy="1536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93109" y="3513201"/>
              <a:ext cx="1510538" cy="15328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664" y="3938651"/>
            <a:ext cx="205092" cy="1093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55268" y="3931158"/>
            <a:ext cx="912494" cy="147320"/>
            <a:chOff x="855268" y="3931158"/>
            <a:chExt cx="912494" cy="14732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268" y="3938651"/>
              <a:ext cx="149733" cy="1093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7633" y="3931157"/>
              <a:ext cx="739775" cy="147320"/>
            </a:xfrm>
            <a:custGeom>
              <a:avLst/>
              <a:gdLst/>
              <a:ahLst/>
              <a:cxnLst/>
              <a:rect l="l" t="t" r="r" b="b"/>
              <a:pathLst>
                <a:path w="739775" h="147320">
                  <a:moveTo>
                    <a:pt x="46469" y="74168"/>
                  </a:moveTo>
                  <a:lnTo>
                    <a:pt x="44513" y="68707"/>
                  </a:lnTo>
                  <a:lnTo>
                    <a:pt x="44107" y="68453"/>
                  </a:lnTo>
                  <a:lnTo>
                    <a:pt x="2286" y="68453"/>
                  </a:lnTo>
                  <a:lnTo>
                    <a:pt x="1422" y="68834"/>
                  </a:lnTo>
                  <a:lnTo>
                    <a:pt x="292" y="70485"/>
                  </a:lnTo>
                  <a:lnTo>
                    <a:pt x="0" y="72009"/>
                  </a:lnTo>
                  <a:lnTo>
                    <a:pt x="0" y="76200"/>
                  </a:lnTo>
                  <a:lnTo>
                    <a:pt x="292" y="77724"/>
                  </a:lnTo>
                  <a:lnTo>
                    <a:pt x="1422" y="79502"/>
                  </a:lnTo>
                  <a:lnTo>
                    <a:pt x="2286" y="79883"/>
                  </a:lnTo>
                  <a:lnTo>
                    <a:pt x="44221" y="79883"/>
                  </a:lnTo>
                  <a:lnTo>
                    <a:pt x="45046" y="79502"/>
                  </a:lnTo>
                  <a:lnTo>
                    <a:pt x="46177" y="77851"/>
                  </a:lnTo>
                  <a:lnTo>
                    <a:pt x="46469" y="76327"/>
                  </a:lnTo>
                  <a:lnTo>
                    <a:pt x="46469" y="74168"/>
                  </a:lnTo>
                  <a:close/>
                </a:path>
                <a:path w="739775" h="147320">
                  <a:moveTo>
                    <a:pt x="147624" y="82042"/>
                  </a:moveTo>
                  <a:lnTo>
                    <a:pt x="139674" y="46990"/>
                  </a:lnTo>
                  <a:lnTo>
                    <a:pt x="136931" y="43307"/>
                  </a:lnTo>
                  <a:lnTo>
                    <a:pt x="133362" y="40386"/>
                  </a:lnTo>
                  <a:lnTo>
                    <a:pt x="131368" y="39408"/>
                  </a:lnTo>
                  <a:lnTo>
                    <a:pt x="131368" y="73152"/>
                  </a:lnTo>
                  <a:lnTo>
                    <a:pt x="131368" y="80645"/>
                  </a:lnTo>
                  <a:lnTo>
                    <a:pt x="113144" y="106299"/>
                  </a:lnTo>
                  <a:lnTo>
                    <a:pt x="104927" y="106299"/>
                  </a:lnTo>
                  <a:lnTo>
                    <a:pt x="100838" y="105029"/>
                  </a:lnTo>
                  <a:lnTo>
                    <a:pt x="96951" y="102489"/>
                  </a:lnTo>
                  <a:lnTo>
                    <a:pt x="93065" y="100076"/>
                  </a:lnTo>
                  <a:lnTo>
                    <a:pt x="88963" y="96520"/>
                  </a:lnTo>
                  <a:lnTo>
                    <a:pt x="84620" y="91821"/>
                  </a:lnTo>
                  <a:lnTo>
                    <a:pt x="84620" y="61722"/>
                  </a:lnTo>
                  <a:lnTo>
                    <a:pt x="87109" y="59055"/>
                  </a:lnTo>
                  <a:lnTo>
                    <a:pt x="89471" y="56642"/>
                  </a:lnTo>
                  <a:lnTo>
                    <a:pt x="91528" y="54991"/>
                  </a:lnTo>
                  <a:lnTo>
                    <a:pt x="93929" y="52959"/>
                  </a:lnTo>
                  <a:lnTo>
                    <a:pt x="108115" y="46990"/>
                  </a:lnTo>
                  <a:lnTo>
                    <a:pt x="114223" y="46990"/>
                  </a:lnTo>
                  <a:lnTo>
                    <a:pt x="117640" y="47752"/>
                  </a:lnTo>
                  <a:lnTo>
                    <a:pt x="120383" y="49530"/>
                  </a:lnTo>
                  <a:lnTo>
                    <a:pt x="123113" y="51181"/>
                  </a:lnTo>
                  <a:lnTo>
                    <a:pt x="131368" y="73152"/>
                  </a:lnTo>
                  <a:lnTo>
                    <a:pt x="131368" y="39408"/>
                  </a:lnTo>
                  <a:lnTo>
                    <a:pt x="124625" y="36068"/>
                  </a:lnTo>
                  <a:lnTo>
                    <a:pt x="119341" y="35052"/>
                  </a:lnTo>
                  <a:lnTo>
                    <a:pt x="110274" y="35052"/>
                  </a:lnTo>
                  <a:lnTo>
                    <a:pt x="107569" y="35306"/>
                  </a:lnTo>
                  <a:lnTo>
                    <a:pt x="104482" y="36068"/>
                  </a:lnTo>
                  <a:lnTo>
                    <a:pt x="104355" y="36068"/>
                  </a:lnTo>
                  <a:lnTo>
                    <a:pt x="82715" y="49022"/>
                  </a:lnTo>
                  <a:lnTo>
                    <a:pt x="82613" y="37846"/>
                  </a:lnTo>
                  <a:lnTo>
                    <a:pt x="82169" y="37338"/>
                  </a:lnTo>
                  <a:lnTo>
                    <a:pt x="81775" y="36957"/>
                  </a:lnTo>
                  <a:lnTo>
                    <a:pt x="81203" y="36830"/>
                  </a:lnTo>
                  <a:lnTo>
                    <a:pt x="80632" y="36576"/>
                  </a:lnTo>
                  <a:lnTo>
                    <a:pt x="79921" y="36449"/>
                  </a:lnTo>
                  <a:lnTo>
                    <a:pt x="71666" y="36449"/>
                  </a:lnTo>
                  <a:lnTo>
                    <a:pt x="70942" y="36576"/>
                  </a:lnTo>
                  <a:lnTo>
                    <a:pt x="70370" y="36830"/>
                  </a:lnTo>
                  <a:lnTo>
                    <a:pt x="69799" y="36957"/>
                  </a:lnTo>
                  <a:lnTo>
                    <a:pt x="69418" y="37338"/>
                  </a:lnTo>
                  <a:lnTo>
                    <a:pt x="69037" y="37846"/>
                  </a:lnTo>
                  <a:lnTo>
                    <a:pt x="69049" y="145288"/>
                  </a:lnTo>
                  <a:lnTo>
                    <a:pt x="69494" y="146050"/>
                  </a:lnTo>
                  <a:lnTo>
                    <a:pt x="69913" y="146304"/>
                  </a:lnTo>
                  <a:lnTo>
                    <a:pt x="70802" y="146685"/>
                  </a:lnTo>
                  <a:lnTo>
                    <a:pt x="71120" y="146685"/>
                  </a:lnTo>
                  <a:lnTo>
                    <a:pt x="71920" y="146939"/>
                  </a:lnTo>
                  <a:lnTo>
                    <a:pt x="81648" y="146939"/>
                  </a:lnTo>
                  <a:lnTo>
                    <a:pt x="82435" y="146685"/>
                  </a:lnTo>
                  <a:lnTo>
                    <a:pt x="82715" y="146685"/>
                  </a:lnTo>
                  <a:lnTo>
                    <a:pt x="83578" y="146304"/>
                  </a:lnTo>
                  <a:lnTo>
                    <a:pt x="83985" y="146050"/>
                  </a:lnTo>
                  <a:lnTo>
                    <a:pt x="84493" y="145288"/>
                  </a:lnTo>
                  <a:lnTo>
                    <a:pt x="84620" y="106680"/>
                  </a:lnTo>
                  <a:lnTo>
                    <a:pt x="89052" y="110363"/>
                  </a:lnTo>
                  <a:lnTo>
                    <a:pt x="91084" y="111760"/>
                  </a:lnTo>
                  <a:lnTo>
                    <a:pt x="93116" y="113284"/>
                  </a:lnTo>
                  <a:lnTo>
                    <a:pt x="95148" y="114427"/>
                  </a:lnTo>
                  <a:lnTo>
                    <a:pt x="97218" y="115443"/>
                  </a:lnTo>
                  <a:lnTo>
                    <a:pt x="99275" y="116332"/>
                  </a:lnTo>
                  <a:lnTo>
                    <a:pt x="101384" y="117094"/>
                  </a:lnTo>
                  <a:lnTo>
                    <a:pt x="103530" y="117475"/>
                  </a:lnTo>
                  <a:lnTo>
                    <a:pt x="105689" y="117983"/>
                  </a:lnTo>
                  <a:lnTo>
                    <a:pt x="108026" y="118237"/>
                  </a:lnTo>
                  <a:lnTo>
                    <a:pt x="116522" y="118237"/>
                  </a:lnTo>
                  <a:lnTo>
                    <a:pt x="138391" y="106299"/>
                  </a:lnTo>
                  <a:lnTo>
                    <a:pt x="141211" y="102997"/>
                  </a:lnTo>
                  <a:lnTo>
                    <a:pt x="143586" y="98552"/>
                  </a:lnTo>
                  <a:lnTo>
                    <a:pt x="145199" y="93345"/>
                  </a:lnTo>
                  <a:lnTo>
                    <a:pt x="146812" y="88011"/>
                  </a:lnTo>
                  <a:lnTo>
                    <a:pt x="147624" y="82042"/>
                  </a:lnTo>
                  <a:close/>
                </a:path>
                <a:path w="739775" h="147320">
                  <a:moveTo>
                    <a:pt x="249097" y="81915"/>
                  </a:moveTo>
                  <a:lnTo>
                    <a:pt x="248970" y="68707"/>
                  </a:lnTo>
                  <a:lnTo>
                    <a:pt x="248475" y="65532"/>
                  </a:lnTo>
                  <a:lnTo>
                    <a:pt x="248424" y="65151"/>
                  </a:lnTo>
                  <a:lnTo>
                    <a:pt x="248297" y="64389"/>
                  </a:lnTo>
                  <a:lnTo>
                    <a:pt x="248208" y="63754"/>
                  </a:lnTo>
                  <a:lnTo>
                    <a:pt x="246430" y="58674"/>
                  </a:lnTo>
                  <a:lnTo>
                    <a:pt x="244652" y="53721"/>
                  </a:lnTo>
                  <a:lnTo>
                    <a:pt x="242087" y="49403"/>
                  </a:lnTo>
                  <a:lnTo>
                    <a:pt x="239344" y="46609"/>
                  </a:lnTo>
                  <a:lnTo>
                    <a:pt x="235127" y="42291"/>
                  </a:lnTo>
                  <a:lnTo>
                    <a:pt x="232714" y="40817"/>
                  </a:lnTo>
                  <a:lnTo>
                    <a:pt x="232714" y="81915"/>
                  </a:lnTo>
                  <a:lnTo>
                    <a:pt x="232473" y="83693"/>
                  </a:lnTo>
                  <a:lnTo>
                    <a:pt x="232371" y="84455"/>
                  </a:lnTo>
                  <a:lnTo>
                    <a:pt x="232295" y="85090"/>
                  </a:lnTo>
                  <a:lnTo>
                    <a:pt x="230251" y="92456"/>
                  </a:lnTo>
                  <a:lnTo>
                    <a:pt x="228650" y="95504"/>
                  </a:lnTo>
                  <a:lnTo>
                    <a:pt x="224307" y="100838"/>
                  </a:lnTo>
                  <a:lnTo>
                    <a:pt x="221526" y="102870"/>
                  </a:lnTo>
                  <a:lnTo>
                    <a:pt x="218147" y="104267"/>
                  </a:lnTo>
                  <a:lnTo>
                    <a:pt x="214757" y="105791"/>
                  </a:lnTo>
                  <a:lnTo>
                    <a:pt x="210756" y="106553"/>
                  </a:lnTo>
                  <a:lnTo>
                    <a:pt x="201104" y="106553"/>
                  </a:lnTo>
                  <a:lnTo>
                    <a:pt x="197485" y="105791"/>
                  </a:lnTo>
                  <a:lnTo>
                    <a:pt x="197167" y="105791"/>
                  </a:lnTo>
                  <a:lnTo>
                    <a:pt x="179946" y="81915"/>
                  </a:lnTo>
                  <a:lnTo>
                    <a:pt x="179857" y="81153"/>
                  </a:lnTo>
                  <a:lnTo>
                    <a:pt x="197866" y="47371"/>
                  </a:lnTo>
                  <a:lnTo>
                    <a:pt x="201879" y="46609"/>
                  </a:lnTo>
                  <a:lnTo>
                    <a:pt x="211594" y="46609"/>
                  </a:lnTo>
                  <a:lnTo>
                    <a:pt x="231521" y="65151"/>
                  </a:lnTo>
                  <a:lnTo>
                    <a:pt x="232384" y="68707"/>
                  </a:lnTo>
                  <a:lnTo>
                    <a:pt x="232638" y="71120"/>
                  </a:lnTo>
                  <a:lnTo>
                    <a:pt x="232714" y="81915"/>
                  </a:lnTo>
                  <a:lnTo>
                    <a:pt x="232714" y="40817"/>
                  </a:lnTo>
                  <a:lnTo>
                    <a:pt x="230771" y="39624"/>
                  </a:lnTo>
                  <a:lnTo>
                    <a:pt x="225539" y="37846"/>
                  </a:lnTo>
                  <a:lnTo>
                    <a:pt x="220662" y="36068"/>
                  </a:lnTo>
                  <a:lnTo>
                    <a:pt x="221183" y="36068"/>
                  </a:lnTo>
                  <a:lnTo>
                    <a:pt x="214185" y="35052"/>
                  </a:lnTo>
                  <a:lnTo>
                    <a:pt x="199872" y="35052"/>
                  </a:lnTo>
                  <a:lnTo>
                    <a:pt x="164439" y="65532"/>
                  </a:lnTo>
                  <a:lnTo>
                    <a:pt x="163537" y="71120"/>
                  </a:lnTo>
                  <a:lnTo>
                    <a:pt x="163652" y="84455"/>
                  </a:lnTo>
                  <a:lnTo>
                    <a:pt x="186969" y="115443"/>
                  </a:lnTo>
                  <a:lnTo>
                    <a:pt x="198323" y="118237"/>
                  </a:lnTo>
                  <a:lnTo>
                    <a:pt x="212572" y="118237"/>
                  </a:lnTo>
                  <a:lnTo>
                    <a:pt x="248081" y="87630"/>
                  </a:lnTo>
                  <a:lnTo>
                    <a:pt x="249097" y="81915"/>
                  </a:lnTo>
                  <a:close/>
                </a:path>
                <a:path w="739775" h="147320">
                  <a:moveTo>
                    <a:pt x="361873" y="116713"/>
                  </a:moveTo>
                  <a:lnTo>
                    <a:pt x="348665" y="116840"/>
                  </a:lnTo>
                  <a:lnTo>
                    <a:pt x="361492" y="116840"/>
                  </a:lnTo>
                  <a:lnTo>
                    <a:pt x="361873" y="116713"/>
                  </a:lnTo>
                  <a:close/>
                </a:path>
                <a:path w="739775" h="147320">
                  <a:moveTo>
                    <a:pt x="391210" y="37719"/>
                  </a:moveTo>
                  <a:lnTo>
                    <a:pt x="390702" y="37211"/>
                  </a:lnTo>
                  <a:lnTo>
                    <a:pt x="390118" y="36830"/>
                  </a:lnTo>
                  <a:lnTo>
                    <a:pt x="389305" y="36449"/>
                  </a:lnTo>
                  <a:lnTo>
                    <a:pt x="378510" y="36449"/>
                  </a:lnTo>
                  <a:lnTo>
                    <a:pt x="376986" y="36830"/>
                  </a:lnTo>
                  <a:lnTo>
                    <a:pt x="377113" y="36830"/>
                  </a:lnTo>
                  <a:lnTo>
                    <a:pt x="376351" y="37211"/>
                  </a:lnTo>
                  <a:lnTo>
                    <a:pt x="376008" y="37211"/>
                  </a:lnTo>
                  <a:lnTo>
                    <a:pt x="376008" y="37719"/>
                  </a:lnTo>
                  <a:lnTo>
                    <a:pt x="375589" y="38354"/>
                  </a:lnTo>
                  <a:lnTo>
                    <a:pt x="375462" y="38862"/>
                  </a:lnTo>
                  <a:lnTo>
                    <a:pt x="355142" y="101219"/>
                  </a:lnTo>
                  <a:lnTo>
                    <a:pt x="355015" y="101981"/>
                  </a:lnTo>
                  <a:lnTo>
                    <a:pt x="354888" y="101219"/>
                  </a:lnTo>
                  <a:lnTo>
                    <a:pt x="347129" y="77520"/>
                  </a:lnTo>
                  <a:lnTo>
                    <a:pt x="347129" y="116586"/>
                  </a:lnTo>
                  <a:lnTo>
                    <a:pt x="318820" y="116586"/>
                  </a:lnTo>
                  <a:lnTo>
                    <a:pt x="305612" y="116713"/>
                  </a:lnTo>
                  <a:lnTo>
                    <a:pt x="305993" y="116586"/>
                  </a:lnTo>
                  <a:lnTo>
                    <a:pt x="305485" y="116586"/>
                  </a:lnTo>
                  <a:lnTo>
                    <a:pt x="308152" y="116205"/>
                  </a:lnTo>
                  <a:lnTo>
                    <a:pt x="307467" y="116205"/>
                  </a:lnTo>
                  <a:lnTo>
                    <a:pt x="307898" y="115951"/>
                  </a:lnTo>
                  <a:lnTo>
                    <a:pt x="308660" y="115189"/>
                  </a:lnTo>
                  <a:lnTo>
                    <a:pt x="309041" y="114681"/>
                  </a:lnTo>
                  <a:lnTo>
                    <a:pt x="309168" y="114046"/>
                  </a:lnTo>
                  <a:lnTo>
                    <a:pt x="312826" y="101981"/>
                  </a:lnTo>
                  <a:lnTo>
                    <a:pt x="325805" y="59182"/>
                  </a:lnTo>
                  <a:lnTo>
                    <a:pt x="325932" y="58420"/>
                  </a:lnTo>
                  <a:lnTo>
                    <a:pt x="344093" y="114046"/>
                  </a:lnTo>
                  <a:lnTo>
                    <a:pt x="347129" y="116586"/>
                  </a:lnTo>
                  <a:lnTo>
                    <a:pt x="347129" y="77520"/>
                  </a:lnTo>
                  <a:lnTo>
                    <a:pt x="340880" y="58420"/>
                  </a:lnTo>
                  <a:lnTo>
                    <a:pt x="334479" y="38862"/>
                  </a:lnTo>
                  <a:lnTo>
                    <a:pt x="334187" y="37846"/>
                  </a:lnTo>
                  <a:lnTo>
                    <a:pt x="334048" y="37719"/>
                  </a:lnTo>
                  <a:lnTo>
                    <a:pt x="376008" y="37719"/>
                  </a:lnTo>
                  <a:lnTo>
                    <a:pt x="376008" y="37211"/>
                  </a:lnTo>
                  <a:lnTo>
                    <a:pt x="333679" y="37211"/>
                  </a:lnTo>
                  <a:lnTo>
                    <a:pt x="332905" y="36830"/>
                  </a:lnTo>
                  <a:lnTo>
                    <a:pt x="333298" y="36830"/>
                  </a:lnTo>
                  <a:lnTo>
                    <a:pt x="331381" y="36449"/>
                  </a:lnTo>
                  <a:lnTo>
                    <a:pt x="321741" y="36449"/>
                  </a:lnTo>
                  <a:lnTo>
                    <a:pt x="319646" y="36830"/>
                  </a:lnTo>
                  <a:lnTo>
                    <a:pt x="320090" y="36830"/>
                  </a:lnTo>
                  <a:lnTo>
                    <a:pt x="319328" y="37211"/>
                  </a:lnTo>
                  <a:lnTo>
                    <a:pt x="318985" y="37211"/>
                  </a:lnTo>
                  <a:lnTo>
                    <a:pt x="318985" y="37719"/>
                  </a:lnTo>
                  <a:lnTo>
                    <a:pt x="318566" y="38354"/>
                  </a:lnTo>
                  <a:lnTo>
                    <a:pt x="318439" y="38862"/>
                  </a:lnTo>
                  <a:lnTo>
                    <a:pt x="299516" y="101219"/>
                  </a:lnTo>
                  <a:lnTo>
                    <a:pt x="299389" y="101981"/>
                  </a:lnTo>
                  <a:lnTo>
                    <a:pt x="278561" y="38862"/>
                  </a:lnTo>
                  <a:lnTo>
                    <a:pt x="278434" y="38354"/>
                  </a:lnTo>
                  <a:lnTo>
                    <a:pt x="278003" y="37719"/>
                  </a:lnTo>
                  <a:lnTo>
                    <a:pt x="318985" y="37719"/>
                  </a:lnTo>
                  <a:lnTo>
                    <a:pt x="318985" y="37211"/>
                  </a:lnTo>
                  <a:lnTo>
                    <a:pt x="277672" y="37211"/>
                  </a:lnTo>
                  <a:lnTo>
                    <a:pt x="277088" y="36830"/>
                  </a:lnTo>
                  <a:lnTo>
                    <a:pt x="275628" y="36449"/>
                  </a:lnTo>
                  <a:lnTo>
                    <a:pt x="264337" y="36449"/>
                  </a:lnTo>
                  <a:lnTo>
                    <a:pt x="263575" y="36830"/>
                  </a:lnTo>
                  <a:lnTo>
                    <a:pt x="263194" y="36830"/>
                  </a:lnTo>
                  <a:lnTo>
                    <a:pt x="262724" y="37211"/>
                  </a:lnTo>
                  <a:lnTo>
                    <a:pt x="262305" y="37719"/>
                  </a:lnTo>
                  <a:lnTo>
                    <a:pt x="262305" y="40005"/>
                  </a:lnTo>
                  <a:lnTo>
                    <a:pt x="262432" y="40640"/>
                  </a:lnTo>
                  <a:lnTo>
                    <a:pt x="262686" y="41275"/>
                  </a:lnTo>
                  <a:lnTo>
                    <a:pt x="262940" y="42164"/>
                  </a:lnTo>
                  <a:lnTo>
                    <a:pt x="287959" y="114046"/>
                  </a:lnTo>
                  <a:lnTo>
                    <a:pt x="291058" y="116586"/>
                  </a:lnTo>
                  <a:lnTo>
                    <a:pt x="291388" y="116586"/>
                  </a:lnTo>
                  <a:lnTo>
                    <a:pt x="292404" y="116840"/>
                  </a:lnTo>
                  <a:lnTo>
                    <a:pt x="305231" y="116840"/>
                  </a:lnTo>
                  <a:lnTo>
                    <a:pt x="348665" y="116840"/>
                  </a:lnTo>
                  <a:lnTo>
                    <a:pt x="347522" y="116586"/>
                  </a:lnTo>
                  <a:lnTo>
                    <a:pt x="361873" y="116586"/>
                  </a:lnTo>
                  <a:lnTo>
                    <a:pt x="364159" y="116205"/>
                  </a:lnTo>
                  <a:lnTo>
                    <a:pt x="363562" y="116205"/>
                  </a:lnTo>
                  <a:lnTo>
                    <a:pt x="363905" y="115951"/>
                  </a:lnTo>
                  <a:lnTo>
                    <a:pt x="364286" y="115570"/>
                  </a:lnTo>
                  <a:lnTo>
                    <a:pt x="364794" y="115189"/>
                  </a:lnTo>
                  <a:lnTo>
                    <a:pt x="365048" y="114681"/>
                  </a:lnTo>
                  <a:lnTo>
                    <a:pt x="365175" y="114046"/>
                  </a:lnTo>
                  <a:lnTo>
                    <a:pt x="369417" y="101981"/>
                  </a:lnTo>
                  <a:lnTo>
                    <a:pt x="390448" y="42164"/>
                  </a:lnTo>
                  <a:lnTo>
                    <a:pt x="390702" y="41275"/>
                  </a:lnTo>
                  <a:lnTo>
                    <a:pt x="390956" y="40640"/>
                  </a:lnTo>
                  <a:lnTo>
                    <a:pt x="391083" y="40005"/>
                  </a:lnTo>
                  <a:lnTo>
                    <a:pt x="391210" y="39497"/>
                  </a:lnTo>
                  <a:lnTo>
                    <a:pt x="391210" y="37719"/>
                  </a:lnTo>
                  <a:close/>
                </a:path>
                <a:path w="739775" h="147320">
                  <a:moveTo>
                    <a:pt x="480237" y="65913"/>
                  </a:moveTo>
                  <a:lnTo>
                    <a:pt x="479590" y="61976"/>
                  </a:lnTo>
                  <a:lnTo>
                    <a:pt x="479475" y="61214"/>
                  </a:lnTo>
                  <a:lnTo>
                    <a:pt x="476681" y="52578"/>
                  </a:lnTo>
                  <a:lnTo>
                    <a:pt x="474395" y="48768"/>
                  </a:lnTo>
                  <a:lnTo>
                    <a:pt x="471589" y="45847"/>
                  </a:lnTo>
                  <a:lnTo>
                    <a:pt x="471347" y="45593"/>
                  </a:lnTo>
                  <a:lnTo>
                    <a:pt x="468426" y="42291"/>
                  </a:lnTo>
                  <a:lnTo>
                    <a:pt x="464680" y="39878"/>
                  </a:lnTo>
                  <a:lnTo>
                    <a:pt x="464616" y="61976"/>
                  </a:lnTo>
                  <a:lnTo>
                    <a:pt x="464591" y="63246"/>
                  </a:lnTo>
                  <a:lnTo>
                    <a:pt x="464489" y="69215"/>
                  </a:lnTo>
                  <a:lnTo>
                    <a:pt x="417880" y="69215"/>
                  </a:lnTo>
                  <a:lnTo>
                    <a:pt x="418007" y="66167"/>
                  </a:lnTo>
                  <a:lnTo>
                    <a:pt x="418515" y="63246"/>
                  </a:lnTo>
                  <a:lnTo>
                    <a:pt x="419658" y="60325"/>
                  </a:lnTo>
                  <a:lnTo>
                    <a:pt x="420674" y="57531"/>
                  </a:lnTo>
                  <a:lnTo>
                    <a:pt x="437946" y="45847"/>
                  </a:lnTo>
                  <a:lnTo>
                    <a:pt x="449376" y="45847"/>
                  </a:lnTo>
                  <a:lnTo>
                    <a:pt x="455091" y="47879"/>
                  </a:lnTo>
                  <a:lnTo>
                    <a:pt x="459028" y="52070"/>
                  </a:lnTo>
                  <a:lnTo>
                    <a:pt x="462838" y="56261"/>
                  </a:lnTo>
                  <a:lnTo>
                    <a:pt x="464616" y="61976"/>
                  </a:lnTo>
                  <a:lnTo>
                    <a:pt x="464616" y="39852"/>
                  </a:lnTo>
                  <a:lnTo>
                    <a:pt x="460095" y="37973"/>
                  </a:lnTo>
                  <a:lnTo>
                    <a:pt x="455091" y="35941"/>
                  </a:lnTo>
                  <a:lnTo>
                    <a:pt x="449376" y="35052"/>
                  </a:lnTo>
                  <a:lnTo>
                    <a:pt x="436295" y="35052"/>
                  </a:lnTo>
                  <a:lnTo>
                    <a:pt x="430707" y="35941"/>
                  </a:lnTo>
                  <a:lnTo>
                    <a:pt x="425627" y="37973"/>
                  </a:lnTo>
                  <a:lnTo>
                    <a:pt x="420547" y="39878"/>
                  </a:lnTo>
                  <a:lnTo>
                    <a:pt x="401624" y="70485"/>
                  </a:lnTo>
                  <a:lnTo>
                    <a:pt x="401624" y="83820"/>
                  </a:lnTo>
                  <a:lnTo>
                    <a:pt x="412673" y="107950"/>
                  </a:lnTo>
                  <a:lnTo>
                    <a:pt x="415836" y="110998"/>
                  </a:lnTo>
                  <a:lnTo>
                    <a:pt x="416318" y="111379"/>
                  </a:lnTo>
                  <a:lnTo>
                    <a:pt x="420547" y="113792"/>
                  </a:lnTo>
                  <a:lnTo>
                    <a:pt x="431088" y="117348"/>
                  </a:lnTo>
                  <a:lnTo>
                    <a:pt x="437311" y="118237"/>
                  </a:lnTo>
                  <a:lnTo>
                    <a:pt x="448360" y="118237"/>
                  </a:lnTo>
                  <a:lnTo>
                    <a:pt x="475284" y="111633"/>
                  </a:lnTo>
                  <a:lnTo>
                    <a:pt x="475665" y="111379"/>
                  </a:lnTo>
                  <a:lnTo>
                    <a:pt x="475792" y="110998"/>
                  </a:lnTo>
                  <a:lnTo>
                    <a:pt x="476046" y="110744"/>
                  </a:lnTo>
                  <a:lnTo>
                    <a:pt x="476173" y="110363"/>
                  </a:lnTo>
                  <a:lnTo>
                    <a:pt x="476300" y="109855"/>
                  </a:lnTo>
                  <a:lnTo>
                    <a:pt x="476427" y="109474"/>
                  </a:lnTo>
                  <a:lnTo>
                    <a:pt x="476554" y="107950"/>
                  </a:lnTo>
                  <a:lnTo>
                    <a:pt x="476681" y="107315"/>
                  </a:lnTo>
                  <a:lnTo>
                    <a:pt x="476681" y="106934"/>
                  </a:lnTo>
                  <a:lnTo>
                    <a:pt x="476592" y="105029"/>
                  </a:lnTo>
                  <a:lnTo>
                    <a:pt x="476491" y="104013"/>
                  </a:lnTo>
                  <a:lnTo>
                    <a:pt x="476427" y="103378"/>
                  </a:lnTo>
                  <a:lnTo>
                    <a:pt x="476300" y="102743"/>
                  </a:lnTo>
                  <a:lnTo>
                    <a:pt x="476046" y="102362"/>
                  </a:lnTo>
                  <a:lnTo>
                    <a:pt x="475957" y="102108"/>
                  </a:lnTo>
                  <a:lnTo>
                    <a:pt x="475919" y="101981"/>
                  </a:lnTo>
                  <a:lnTo>
                    <a:pt x="475145" y="101473"/>
                  </a:lnTo>
                  <a:lnTo>
                    <a:pt x="474522" y="101219"/>
                  </a:lnTo>
                  <a:lnTo>
                    <a:pt x="473252" y="101219"/>
                  </a:lnTo>
                  <a:lnTo>
                    <a:pt x="472109" y="101473"/>
                  </a:lnTo>
                  <a:lnTo>
                    <a:pt x="470712" y="102108"/>
                  </a:lnTo>
                  <a:lnTo>
                    <a:pt x="468871" y="102743"/>
                  </a:lnTo>
                  <a:lnTo>
                    <a:pt x="467283" y="103378"/>
                  </a:lnTo>
                  <a:lnTo>
                    <a:pt x="464997" y="104013"/>
                  </a:lnTo>
                  <a:lnTo>
                    <a:pt x="462584" y="104775"/>
                  </a:lnTo>
                  <a:lnTo>
                    <a:pt x="459270" y="105537"/>
                  </a:lnTo>
                  <a:lnTo>
                    <a:pt x="453440" y="106680"/>
                  </a:lnTo>
                  <a:lnTo>
                    <a:pt x="449884" y="106934"/>
                  </a:lnTo>
                  <a:lnTo>
                    <a:pt x="440613" y="106934"/>
                  </a:lnTo>
                  <a:lnTo>
                    <a:pt x="419277" y="90805"/>
                  </a:lnTo>
                  <a:lnTo>
                    <a:pt x="418261" y="87376"/>
                  </a:lnTo>
                  <a:lnTo>
                    <a:pt x="417893" y="83820"/>
                  </a:lnTo>
                  <a:lnTo>
                    <a:pt x="417880" y="79375"/>
                  </a:lnTo>
                  <a:lnTo>
                    <a:pt x="475792" y="79375"/>
                  </a:lnTo>
                  <a:lnTo>
                    <a:pt x="477189" y="78994"/>
                  </a:lnTo>
                  <a:lnTo>
                    <a:pt x="478332" y="77978"/>
                  </a:lnTo>
                  <a:lnTo>
                    <a:pt x="479602" y="77089"/>
                  </a:lnTo>
                  <a:lnTo>
                    <a:pt x="480237" y="75565"/>
                  </a:lnTo>
                  <a:lnTo>
                    <a:pt x="480237" y="69215"/>
                  </a:lnTo>
                  <a:lnTo>
                    <a:pt x="480237" y="65913"/>
                  </a:lnTo>
                  <a:close/>
                </a:path>
                <a:path w="739775" h="147320">
                  <a:moveTo>
                    <a:pt x="554659" y="39370"/>
                  </a:moveTo>
                  <a:lnTo>
                    <a:pt x="554405" y="38608"/>
                  </a:lnTo>
                  <a:lnTo>
                    <a:pt x="554278" y="37973"/>
                  </a:lnTo>
                  <a:lnTo>
                    <a:pt x="554151" y="37719"/>
                  </a:lnTo>
                  <a:lnTo>
                    <a:pt x="553897" y="37465"/>
                  </a:lnTo>
                  <a:lnTo>
                    <a:pt x="553313" y="37084"/>
                  </a:lnTo>
                  <a:lnTo>
                    <a:pt x="553504" y="37084"/>
                  </a:lnTo>
                  <a:lnTo>
                    <a:pt x="552742" y="36830"/>
                  </a:lnTo>
                  <a:lnTo>
                    <a:pt x="551776" y="36449"/>
                  </a:lnTo>
                  <a:lnTo>
                    <a:pt x="551916" y="36449"/>
                  </a:lnTo>
                  <a:lnTo>
                    <a:pt x="550595" y="36068"/>
                  </a:lnTo>
                  <a:lnTo>
                    <a:pt x="548995" y="35687"/>
                  </a:lnTo>
                  <a:lnTo>
                    <a:pt x="548424" y="35687"/>
                  </a:lnTo>
                  <a:lnTo>
                    <a:pt x="546150" y="35179"/>
                  </a:lnTo>
                  <a:lnTo>
                    <a:pt x="538657" y="35179"/>
                  </a:lnTo>
                  <a:lnTo>
                    <a:pt x="536879" y="35687"/>
                  </a:lnTo>
                  <a:lnTo>
                    <a:pt x="535101" y="36068"/>
                  </a:lnTo>
                  <a:lnTo>
                    <a:pt x="533196" y="36830"/>
                  </a:lnTo>
                  <a:lnTo>
                    <a:pt x="531418" y="37973"/>
                  </a:lnTo>
                  <a:lnTo>
                    <a:pt x="529513" y="38989"/>
                  </a:lnTo>
                  <a:lnTo>
                    <a:pt x="527608" y="40513"/>
                  </a:lnTo>
                  <a:lnTo>
                    <a:pt x="523544" y="44323"/>
                  </a:lnTo>
                  <a:lnTo>
                    <a:pt x="521258" y="46736"/>
                  </a:lnTo>
                  <a:lnTo>
                    <a:pt x="518972" y="49784"/>
                  </a:lnTo>
                  <a:lnTo>
                    <a:pt x="518972" y="38354"/>
                  </a:lnTo>
                  <a:lnTo>
                    <a:pt x="518845" y="37973"/>
                  </a:lnTo>
                  <a:lnTo>
                    <a:pt x="518591" y="37719"/>
                  </a:lnTo>
                  <a:lnTo>
                    <a:pt x="518502" y="37465"/>
                  </a:lnTo>
                  <a:lnTo>
                    <a:pt x="518642" y="37465"/>
                  </a:lnTo>
                  <a:lnTo>
                    <a:pt x="518083" y="37084"/>
                  </a:lnTo>
                  <a:lnTo>
                    <a:pt x="516801" y="36449"/>
                  </a:lnTo>
                  <a:lnTo>
                    <a:pt x="507034" y="36449"/>
                  </a:lnTo>
                  <a:lnTo>
                    <a:pt x="506272" y="36830"/>
                  </a:lnTo>
                  <a:lnTo>
                    <a:pt x="505637" y="37084"/>
                  </a:lnTo>
                  <a:lnTo>
                    <a:pt x="505066" y="37465"/>
                  </a:lnTo>
                  <a:lnTo>
                    <a:pt x="505206" y="37465"/>
                  </a:lnTo>
                  <a:lnTo>
                    <a:pt x="505129" y="37719"/>
                  </a:lnTo>
                  <a:lnTo>
                    <a:pt x="504875" y="37973"/>
                  </a:lnTo>
                  <a:lnTo>
                    <a:pt x="504748" y="38354"/>
                  </a:lnTo>
                  <a:lnTo>
                    <a:pt x="504748" y="114935"/>
                  </a:lnTo>
                  <a:lnTo>
                    <a:pt x="504875" y="115316"/>
                  </a:lnTo>
                  <a:lnTo>
                    <a:pt x="505129" y="115570"/>
                  </a:lnTo>
                  <a:lnTo>
                    <a:pt x="505383" y="115951"/>
                  </a:lnTo>
                  <a:lnTo>
                    <a:pt x="505764" y="116205"/>
                  </a:lnTo>
                  <a:lnTo>
                    <a:pt x="506704" y="116586"/>
                  </a:lnTo>
                  <a:lnTo>
                    <a:pt x="507034" y="116586"/>
                  </a:lnTo>
                  <a:lnTo>
                    <a:pt x="507796" y="116840"/>
                  </a:lnTo>
                  <a:lnTo>
                    <a:pt x="517448" y="116840"/>
                  </a:lnTo>
                  <a:lnTo>
                    <a:pt x="518375" y="116586"/>
                  </a:lnTo>
                  <a:lnTo>
                    <a:pt x="518528" y="116586"/>
                  </a:lnTo>
                  <a:lnTo>
                    <a:pt x="519480" y="116205"/>
                  </a:lnTo>
                  <a:lnTo>
                    <a:pt x="519861" y="115951"/>
                  </a:lnTo>
                  <a:lnTo>
                    <a:pt x="520115" y="115570"/>
                  </a:lnTo>
                  <a:lnTo>
                    <a:pt x="520369" y="115316"/>
                  </a:lnTo>
                  <a:lnTo>
                    <a:pt x="520496" y="114935"/>
                  </a:lnTo>
                  <a:lnTo>
                    <a:pt x="520496" y="64643"/>
                  </a:lnTo>
                  <a:lnTo>
                    <a:pt x="522655" y="61595"/>
                  </a:lnTo>
                  <a:lnTo>
                    <a:pt x="524687" y="59055"/>
                  </a:lnTo>
                  <a:lnTo>
                    <a:pt x="526592" y="56896"/>
                  </a:lnTo>
                  <a:lnTo>
                    <a:pt x="528370" y="54737"/>
                  </a:lnTo>
                  <a:lnTo>
                    <a:pt x="536244" y="49149"/>
                  </a:lnTo>
                  <a:lnTo>
                    <a:pt x="538149" y="48387"/>
                  </a:lnTo>
                  <a:lnTo>
                    <a:pt x="543852" y="48387"/>
                  </a:lnTo>
                  <a:lnTo>
                    <a:pt x="544982" y="48514"/>
                  </a:lnTo>
                  <a:lnTo>
                    <a:pt x="546150" y="48641"/>
                  </a:lnTo>
                  <a:lnTo>
                    <a:pt x="549440" y="49530"/>
                  </a:lnTo>
                  <a:lnTo>
                    <a:pt x="550595" y="49911"/>
                  </a:lnTo>
                  <a:lnTo>
                    <a:pt x="551230" y="50165"/>
                  </a:lnTo>
                  <a:lnTo>
                    <a:pt x="553262" y="50165"/>
                  </a:lnTo>
                  <a:lnTo>
                    <a:pt x="553643" y="49911"/>
                  </a:lnTo>
                  <a:lnTo>
                    <a:pt x="554024" y="49530"/>
                  </a:lnTo>
                  <a:lnTo>
                    <a:pt x="554228" y="49149"/>
                  </a:lnTo>
                  <a:lnTo>
                    <a:pt x="554405" y="48641"/>
                  </a:lnTo>
                  <a:lnTo>
                    <a:pt x="554532" y="48387"/>
                  </a:lnTo>
                  <a:lnTo>
                    <a:pt x="554659" y="47752"/>
                  </a:lnTo>
                  <a:lnTo>
                    <a:pt x="554659" y="39370"/>
                  </a:lnTo>
                  <a:close/>
                </a:path>
                <a:path w="739775" h="147320">
                  <a:moveTo>
                    <a:pt x="641781" y="65913"/>
                  </a:moveTo>
                  <a:lnTo>
                    <a:pt x="641134" y="61976"/>
                  </a:lnTo>
                  <a:lnTo>
                    <a:pt x="641019" y="61214"/>
                  </a:lnTo>
                  <a:lnTo>
                    <a:pt x="638225" y="52578"/>
                  </a:lnTo>
                  <a:lnTo>
                    <a:pt x="635939" y="48768"/>
                  </a:lnTo>
                  <a:lnTo>
                    <a:pt x="633133" y="45847"/>
                  </a:lnTo>
                  <a:lnTo>
                    <a:pt x="632891" y="45593"/>
                  </a:lnTo>
                  <a:lnTo>
                    <a:pt x="629970" y="42291"/>
                  </a:lnTo>
                  <a:lnTo>
                    <a:pt x="626224" y="39878"/>
                  </a:lnTo>
                  <a:lnTo>
                    <a:pt x="626033" y="39801"/>
                  </a:lnTo>
                  <a:lnTo>
                    <a:pt x="626033" y="69215"/>
                  </a:lnTo>
                  <a:lnTo>
                    <a:pt x="579424" y="69215"/>
                  </a:lnTo>
                  <a:lnTo>
                    <a:pt x="579551" y="66167"/>
                  </a:lnTo>
                  <a:lnTo>
                    <a:pt x="580059" y="63246"/>
                  </a:lnTo>
                  <a:lnTo>
                    <a:pt x="581202" y="60325"/>
                  </a:lnTo>
                  <a:lnTo>
                    <a:pt x="582218" y="57531"/>
                  </a:lnTo>
                  <a:lnTo>
                    <a:pt x="599490" y="45847"/>
                  </a:lnTo>
                  <a:lnTo>
                    <a:pt x="610920" y="45847"/>
                  </a:lnTo>
                  <a:lnTo>
                    <a:pt x="626033" y="69215"/>
                  </a:lnTo>
                  <a:lnTo>
                    <a:pt x="626033" y="39801"/>
                  </a:lnTo>
                  <a:lnTo>
                    <a:pt x="621639" y="37973"/>
                  </a:lnTo>
                  <a:lnTo>
                    <a:pt x="616635" y="35941"/>
                  </a:lnTo>
                  <a:lnTo>
                    <a:pt x="610920" y="35052"/>
                  </a:lnTo>
                  <a:lnTo>
                    <a:pt x="597839" y="35052"/>
                  </a:lnTo>
                  <a:lnTo>
                    <a:pt x="592251" y="35941"/>
                  </a:lnTo>
                  <a:lnTo>
                    <a:pt x="587171" y="37973"/>
                  </a:lnTo>
                  <a:lnTo>
                    <a:pt x="582091" y="39878"/>
                  </a:lnTo>
                  <a:lnTo>
                    <a:pt x="563168" y="70485"/>
                  </a:lnTo>
                  <a:lnTo>
                    <a:pt x="563168" y="83820"/>
                  </a:lnTo>
                  <a:lnTo>
                    <a:pt x="574090" y="107823"/>
                  </a:lnTo>
                  <a:lnTo>
                    <a:pt x="577380" y="110998"/>
                  </a:lnTo>
                  <a:lnTo>
                    <a:pt x="577862" y="111379"/>
                  </a:lnTo>
                  <a:lnTo>
                    <a:pt x="582091" y="113792"/>
                  </a:lnTo>
                  <a:lnTo>
                    <a:pt x="592632" y="117348"/>
                  </a:lnTo>
                  <a:lnTo>
                    <a:pt x="598855" y="118237"/>
                  </a:lnTo>
                  <a:lnTo>
                    <a:pt x="609904" y="118237"/>
                  </a:lnTo>
                  <a:lnTo>
                    <a:pt x="636828" y="111633"/>
                  </a:lnTo>
                  <a:lnTo>
                    <a:pt x="637209" y="111379"/>
                  </a:lnTo>
                  <a:lnTo>
                    <a:pt x="637336" y="110998"/>
                  </a:lnTo>
                  <a:lnTo>
                    <a:pt x="637590" y="110744"/>
                  </a:lnTo>
                  <a:lnTo>
                    <a:pt x="637717" y="110363"/>
                  </a:lnTo>
                  <a:lnTo>
                    <a:pt x="637844" y="109855"/>
                  </a:lnTo>
                  <a:lnTo>
                    <a:pt x="637971" y="109474"/>
                  </a:lnTo>
                  <a:lnTo>
                    <a:pt x="637971" y="106934"/>
                  </a:lnTo>
                  <a:lnTo>
                    <a:pt x="637971" y="103378"/>
                  </a:lnTo>
                  <a:lnTo>
                    <a:pt x="637844" y="102743"/>
                  </a:lnTo>
                  <a:lnTo>
                    <a:pt x="637590" y="102362"/>
                  </a:lnTo>
                  <a:lnTo>
                    <a:pt x="637463" y="101981"/>
                  </a:lnTo>
                  <a:lnTo>
                    <a:pt x="636689" y="101473"/>
                  </a:lnTo>
                  <a:lnTo>
                    <a:pt x="636066" y="101219"/>
                  </a:lnTo>
                  <a:lnTo>
                    <a:pt x="634796" y="101219"/>
                  </a:lnTo>
                  <a:lnTo>
                    <a:pt x="633653" y="101473"/>
                  </a:lnTo>
                  <a:lnTo>
                    <a:pt x="632244" y="102108"/>
                  </a:lnTo>
                  <a:lnTo>
                    <a:pt x="630415" y="102743"/>
                  </a:lnTo>
                  <a:lnTo>
                    <a:pt x="628827" y="103378"/>
                  </a:lnTo>
                  <a:lnTo>
                    <a:pt x="626541" y="104013"/>
                  </a:lnTo>
                  <a:lnTo>
                    <a:pt x="624128" y="104775"/>
                  </a:lnTo>
                  <a:lnTo>
                    <a:pt x="621461" y="105410"/>
                  </a:lnTo>
                  <a:lnTo>
                    <a:pt x="614984" y="106680"/>
                  </a:lnTo>
                  <a:lnTo>
                    <a:pt x="611428" y="106934"/>
                  </a:lnTo>
                  <a:lnTo>
                    <a:pt x="602157" y="106934"/>
                  </a:lnTo>
                  <a:lnTo>
                    <a:pt x="580821" y="90805"/>
                  </a:lnTo>
                  <a:lnTo>
                    <a:pt x="579805" y="87376"/>
                  </a:lnTo>
                  <a:lnTo>
                    <a:pt x="579450" y="83820"/>
                  </a:lnTo>
                  <a:lnTo>
                    <a:pt x="579424" y="79375"/>
                  </a:lnTo>
                  <a:lnTo>
                    <a:pt x="637336" y="79375"/>
                  </a:lnTo>
                  <a:lnTo>
                    <a:pt x="638733" y="78994"/>
                  </a:lnTo>
                  <a:lnTo>
                    <a:pt x="639876" y="77978"/>
                  </a:lnTo>
                  <a:lnTo>
                    <a:pt x="641146" y="77089"/>
                  </a:lnTo>
                  <a:lnTo>
                    <a:pt x="641781" y="75565"/>
                  </a:lnTo>
                  <a:lnTo>
                    <a:pt x="641781" y="69215"/>
                  </a:lnTo>
                  <a:lnTo>
                    <a:pt x="641781" y="65913"/>
                  </a:lnTo>
                  <a:close/>
                </a:path>
                <a:path w="739775" h="147320">
                  <a:moveTo>
                    <a:pt x="739571" y="2032"/>
                  </a:moveTo>
                  <a:lnTo>
                    <a:pt x="739444" y="1651"/>
                  </a:lnTo>
                  <a:lnTo>
                    <a:pt x="739190" y="1397"/>
                  </a:lnTo>
                  <a:lnTo>
                    <a:pt x="738936" y="1016"/>
                  </a:lnTo>
                  <a:lnTo>
                    <a:pt x="737920" y="508"/>
                  </a:lnTo>
                  <a:lnTo>
                    <a:pt x="737285" y="254"/>
                  </a:lnTo>
                  <a:lnTo>
                    <a:pt x="737527" y="254"/>
                  </a:lnTo>
                  <a:lnTo>
                    <a:pt x="736511" y="127"/>
                  </a:lnTo>
                  <a:lnTo>
                    <a:pt x="735507" y="0"/>
                  </a:lnTo>
                  <a:lnTo>
                    <a:pt x="727887" y="0"/>
                  </a:lnTo>
                  <a:lnTo>
                    <a:pt x="727633" y="0"/>
                  </a:lnTo>
                  <a:lnTo>
                    <a:pt x="726871" y="127"/>
                  </a:lnTo>
                  <a:lnTo>
                    <a:pt x="726109" y="254"/>
                  </a:lnTo>
                  <a:lnTo>
                    <a:pt x="724839" y="762"/>
                  </a:lnTo>
                  <a:lnTo>
                    <a:pt x="724331" y="1016"/>
                  </a:lnTo>
                  <a:lnTo>
                    <a:pt x="724204" y="1397"/>
                  </a:lnTo>
                  <a:lnTo>
                    <a:pt x="723950" y="1651"/>
                  </a:lnTo>
                  <a:lnTo>
                    <a:pt x="723823" y="46482"/>
                  </a:lnTo>
                  <a:lnTo>
                    <a:pt x="723823" y="61214"/>
                  </a:lnTo>
                  <a:lnTo>
                    <a:pt x="723823" y="91567"/>
                  </a:lnTo>
                  <a:lnTo>
                    <a:pt x="710488" y="102997"/>
                  </a:lnTo>
                  <a:lnTo>
                    <a:pt x="708456" y="104267"/>
                  </a:lnTo>
                  <a:lnTo>
                    <a:pt x="706424" y="105029"/>
                  </a:lnTo>
                  <a:lnTo>
                    <a:pt x="701662" y="106299"/>
                  </a:lnTo>
                  <a:lnTo>
                    <a:pt x="694359" y="106299"/>
                  </a:lnTo>
                  <a:lnTo>
                    <a:pt x="690930" y="105410"/>
                  </a:lnTo>
                  <a:lnTo>
                    <a:pt x="688263" y="103759"/>
                  </a:lnTo>
                  <a:lnTo>
                    <a:pt x="685469" y="102108"/>
                  </a:lnTo>
                  <a:lnTo>
                    <a:pt x="683310" y="99822"/>
                  </a:lnTo>
                  <a:lnTo>
                    <a:pt x="681659" y="96901"/>
                  </a:lnTo>
                  <a:lnTo>
                    <a:pt x="680072" y="94234"/>
                  </a:lnTo>
                  <a:lnTo>
                    <a:pt x="678865" y="90932"/>
                  </a:lnTo>
                  <a:lnTo>
                    <a:pt x="678230" y="87249"/>
                  </a:lnTo>
                  <a:lnTo>
                    <a:pt x="677468" y="83566"/>
                  </a:lnTo>
                  <a:lnTo>
                    <a:pt x="677214" y="79883"/>
                  </a:lnTo>
                  <a:lnTo>
                    <a:pt x="677214" y="72517"/>
                  </a:lnTo>
                  <a:lnTo>
                    <a:pt x="689025" y="49530"/>
                  </a:lnTo>
                  <a:lnTo>
                    <a:pt x="691692" y="47752"/>
                  </a:lnTo>
                  <a:lnTo>
                    <a:pt x="695121" y="46990"/>
                  </a:lnTo>
                  <a:lnTo>
                    <a:pt x="703503" y="46990"/>
                  </a:lnTo>
                  <a:lnTo>
                    <a:pt x="707567" y="48133"/>
                  </a:lnTo>
                  <a:lnTo>
                    <a:pt x="711504" y="50673"/>
                  </a:lnTo>
                  <a:lnTo>
                    <a:pt x="715441" y="53086"/>
                  </a:lnTo>
                  <a:lnTo>
                    <a:pt x="719632" y="56642"/>
                  </a:lnTo>
                  <a:lnTo>
                    <a:pt x="723823" y="61214"/>
                  </a:lnTo>
                  <a:lnTo>
                    <a:pt x="723823" y="46482"/>
                  </a:lnTo>
                  <a:lnTo>
                    <a:pt x="719886" y="42799"/>
                  </a:lnTo>
                  <a:lnTo>
                    <a:pt x="715873" y="40005"/>
                  </a:lnTo>
                  <a:lnTo>
                    <a:pt x="711504" y="37973"/>
                  </a:lnTo>
                  <a:lnTo>
                    <a:pt x="707694" y="36068"/>
                  </a:lnTo>
                  <a:lnTo>
                    <a:pt x="708088" y="36068"/>
                  </a:lnTo>
                  <a:lnTo>
                    <a:pt x="702868" y="35052"/>
                  </a:lnTo>
                  <a:lnTo>
                    <a:pt x="691819" y="35052"/>
                  </a:lnTo>
                  <a:lnTo>
                    <a:pt x="663371" y="59944"/>
                  </a:lnTo>
                  <a:lnTo>
                    <a:pt x="661720" y="65151"/>
                  </a:lnTo>
                  <a:lnTo>
                    <a:pt x="660958" y="71120"/>
                  </a:lnTo>
                  <a:lnTo>
                    <a:pt x="661009" y="83566"/>
                  </a:lnTo>
                  <a:lnTo>
                    <a:pt x="661466" y="87249"/>
                  </a:lnTo>
                  <a:lnTo>
                    <a:pt x="689406" y="118237"/>
                  </a:lnTo>
                  <a:lnTo>
                    <a:pt x="701471" y="118237"/>
                  </a:lnTo>
                  <a:lnTo>
                    <a:pt x="706272" y="117094"/>
                  </a:lnTo>
                  <a:lnTo>
                    <a:pt x="706551" y="117094"/>
                  </a:lnTo>
                  <a:lnTo>
                    <a:pt x="716457" y="112141"/>
                  </a:lnTo>
                  <a:lnTo>
                    <a:pt x="721156" y="108839"/>
                  </a:lnTo>
                  <a:lnTo>
                    <a:pt x="723760" y="106299"/>
                  </a:lnTo>
                  <a:lnTo>
                    <a:pt x="725601" y="104521"/>
                  </a:lnTo>
                  <a:lnTo>
                    <a:pt x="727887" y="116713"/>
                  </a:lnTo>
                  <a:lnTo>
                    <a:pt x="737539" y="116713"/>
                  </a:lnTo>
                  <a:lnTo>
                    <a:pt x="739571" y="114935"/>
                  </a:lnTo>
                  <a:lnTo>
                    <a:pt x="739571" y="104521"/>
                  </a:lnTo>
                  <a:lnTo>
                    <a:pt x="739571" y="46990"/>
                  </a:lnTo>
                  <a:lnTo>
                    <a:pt x="739571" y="46482"/>
                  </a:lnTo>
                  <a:lnTo>
                    <a:pt x="739571" y="2032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32355" y="3929888"/>
            <a:ext cx="643763" cy="11950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548127" y="3931158"/>
            <a:ext cx="1307465" cy="147320"/>
            <a:chOff x="2548127" y="3931158"/>
            <a:chExt cx="1307465" cy="14732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48127" y="3931158"/>
              <a:ext cx="624459" cy="1182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91764" y="3947032"/>
              <a:ext cx="663575" cy="131445"/>
            </a:xfrm>
            <a:custGeom>
              <a:avLst/>
              <a:gdLst/>
              <a:ahLst/>
              <a:cxnLst/>
              <a:rect l="l" t="t" r="r" b="b"/>
              <a:pathLst>
                <a:path w="663575" h="131445">
                  <a:moveTo>
                    <a:pt x="46355" y="56261"/>
                  </a:moveTo>
                  <a:lnTo>
                    <a:pt x="46228" y="55499"/>
                  </a:lnTo>
                  <a:lnTo>
                    <a:pt x="45974" y="54864"/>
                  </a:lnTo>
                  <a:lnTo>
                    <a:pt x="45847" y="54229"/>
                  </a:lnTo>
                  <a:lnTo>
                    <a:pt x="45466" y="53721"/>
                  </a:lnTo>
                  <a:lnTo>
                    <a:pt x="45212" y="53213"/>
                  </a:lnTo>
                  <a:lnTo>
                    <a:pt x="44831" y="52959"/>
                  </a:lnTo>
                  <a:lnTo>
                    <a:pt x="44450" y="52832"/>
                  </a:lnTo>
                  <a:lnTo>
                    <a:pt x="44069" y="52578"/>
                  </a:lnTo>
                  <a:lnTo>
                    <a:pt x="2286" y="52578"/>
                  </a:lnTo>
                  <a:lnTo>
                    <a:pt x="1397" y="52959"/>
                  </a:lnTo>
                  <a:lnTo>
                    <a:pt x="254" y="54610"/>
                  </a:lnTo>
                  <a:lnTo>
                    <a:pt x="0" y="56134"/>
                  </a:lnTo>
                  <a:lnTo>
                    <a:pt x="0" y="60325"/>
                  </a:lnTo>
                  <a:lnTo>
                    <a:pt x="254" y="61849"/>
                  </a:lnTo>
                  <a:lnTo>
                    <a:pt x="762" y="62738"/>
                  </a:lnTo>
                  <a:lnTo>
                    <a:pt x="1397" y="63627"/>
                  </a:lnTo>
                  <a:lnTo>
                    <a:pt x="2286" y="64008"/>
                  </a:lnTo>
                  <a:lnTo>
                    <a:pt x="44196" y="64008"/>
                  </a:lnTo>
                  <a:lnTo>
                    <a:pt x="44958" y="63627"/>
                  </a:lnTo>
                  <a:lnTo>
                    <a:pt x="46101" y="61976"/>
                  </a:lnTo>
                  <a:lnTo>
                    <a:pt x="46355" y="60452"/>
                  </a:lnTo>
                  <a:lnTo>
                    <a:pt x="46355" y="58293"/>
                  </a:lnTo>
                  <a:lnTo>
                    <a:pt x="46355" y="56261"/>
                  </a:lnTo>
                  <a:close/>
                </a:path>
                <a:path w="663575" h="131445">
                  <a:moveTo>
                    <a:pt x="122555" y="74803"/>
                  </a:moveTo>
                  <a:lnTo>
                    <a:pt x="121970" y="72263"/>
                  </a:lnTo>
                  <a:lnTo>
                    <a:pt x="121920" y="72009"/>
                  </a:lnTo>
                  <a:lnTo>
                    <a:pt x="120764" y="69596"/>
                  </a:lnTo>
                  <a:lnTo>
                    <a:pt x="108839" y="59309"/>
                  </a:lnTo>
                  <a:lnTo>
                    <a:pt x="106426" y="58166"/>
                  </a:lnTo>
                  <a:lnTo>
                    <a:pt x="100838" y="56007"/>
                  </a:lnTo>
                  <a:lnTo>
                    <a:pt x="95491" y="54229"/>
                  </a:lnTo>
                  <a:lnTo>
                    <a:pt x="92964" y="53340"/>
                  </a:lnTo>
                  <a:lnTo>
                    <a:pt x="79121" y="43053"/>
                  </a:lnTo>
                  <a:lnTo>
                    <a:pt x="79121" y="39243"/>
                  </a:lnTo>
                  <a:lnTo>
                    <a:pt x="89662" y="30353"/>
                  </a:lnTo>
                  <a:lnTo>
                    <a:pt x="89027" y="30353"/>
                  </a:lnTo>
                  <a:lnTo>
                    <a:pt x="92456" y="29972"/>
                  </a:lnTo>
                  <a:lnTo>
                    <a:pt x="98044" y="29972"/>
                  </a:lnTo>
                  <a:lnTo>
                    <a:pt x="102031" y="30353"/>
                  </a:lnTo>
                  <a:lnTo>
                    <a:pt x="101168" y="30353"/>
                  </a:lnTo>
                  <a:lnTo>
                    <a:pt x="102997" y="30861"/>
                  </a:lnTo>
                  <a:lnTo>
                    <a:pt x="114693" y="35687"/>
                  </a:lnTo>
                  <a:lnTo>
                    <a:pt x="116586" y="35687"/>
                  </a:lnTo>
                  <a:lnTo>
                    <a:pt x="117348" y="34925"/>
                  </a:lnTo>
                  <a:lnTo>
                    <a:pt x="117589" y="34417"/>
                  </a:lnTo>
                  <a:lnTo>
                    <a:pt x="117767" y="34163"/>
                  </a:lnTo>
                  <a:lnTo>
                    <a:pt x="117856" y="29972"/>
                  </a:lnTo>
                  <a:lnTo>
                    <a:pt x="117856" y="26797"/>
                  </a:lnTo>
                  <a:lnTo>
                    <a:pt x="117716" y="26416"/>
                  </a:lnTo>
                  <a:lnTo>
                    <a:pt x="117716" y="26035"/>
                  </a:lnTo>
                  <a:lnTo>
                    <a:pt x="117475" y="25654"/>
                  </a:lnTo>
                  <a:lnTo>
                    <a:pt x="117348" y="25273"/>
                  </a:lnTo>
                  <a:lnTo>
                    <a:pt x="117094" y="24892"/>
                  </a:lnTo>
                  <a:lnTo>
                    <a:pt x="116586" y="24511"/>
                  </a:lnTo>
                  <a:lnTo>
                    <a:pt x="115951" y="24130"/>
                  </a:lnTo>
                  <a:lnTo>
                    <a:pt x="115303" y="23622"/>
                  </a:lnTo>
                  <a:lnTo>
                    <a:pt x="114300" y="23114"/>
                  </a:lnTo>
                  <a:lnTo>
                    <a:pt x="113030" y="22606"/>
                  </a:lnTo>
                  <a:lnTo>
                    <a:pt x="111760" y="21971"/>
                  </a:lnTo>
                  <a:lnTo>
                    <a:pt x="110109" y="21463"/>
                  </a:lnTo>
                  <a:lnTo>
                    <a:pt x="106540" y="20447"/>
                  </a:lnTo>
                  <a:lnTo>
                    <a:pt x="104394" y="19939"/>
                  </a:lnTo>
                  <a:lnTo>
                    <a:pt x="103238" y="19812"/>
                  </a:lnTo>
                  <a:lnTo>
                    <a:pt x="102857" y="19812"/>
                  </a:lnTo>
                  <a:lnTo>
                    <a:pt x="99822" y="19304"/>
                  </a:lnTo>
                  <a:lnTo>
                    <a:pt x="89255" y="19304"/>
                  </a:lnTo>
                  <a:lnTo>
                    <a:pt x="85598" y="19812"/>
                  </a:lnTo>
                  <a:lnTo>
                    <a:pt x="64135" y="38608"/>
                  </a:lnTo>
                  <a:lnTo>
                    <a:pt x="64135" y="44958"/>
                  </a:lnTo>
                  <a:lnTo>
                    <a:pt x="64770" y="47879"/>
                  </a:lnTo>
                  <a:lnTo>
                    <a:pt x="66027" y="50292"/>
                  </a:lnTo>
                  <a:lnTo>
                    <a:pt x="67056" y="52451"/>
                  </a:lnTo>
                  <a:lnTo>
                    <a:pt x="77724" y="60833"/>
                  </a:lnTo>
                  <a:lnTo>
                    <a:pt x="80378" y="62103"/>
                  </a:lnTo>
                  <a:lnTo>
                    <a:pt x="82931" y="63119"/>
                  </a:lnTo>
                  <a:lnTo>
                    <a:pt x="85725" y="64135"/>
                  </a:lnTo>
                  <a:lnTo>
                    <a:pt x="88379" y="65024"/>
                  </a:lnTo>
                  <a:lnTo>
                    <a:pt x="90932" y="66040"/>
                  </a:lnTo>
                  <a:lnTo>
                    <a:pt x="107061" y="76962"/>
                  </a:lnTo>
                  <a:lnTo>
                    <a:pt x="107061" y="81153"/>
                  </a:lnTo>
                  <a:lnTo>
                    <a:pt x="98361" y="90043"/>
                  </a:lnTo>
                  <a:lnTo>
                    <a:pt x="98132" y="90043"/>
                  </a:lnTo>
                  <a:lnTo>
                    <a:pt x="94361" y="90932"/>
                  </a:lnTo>
                  <a:lnTo>
                    <a:pt x="91948" y="91186"/>
                  </a:lnTo>
                  <a:lnTo>
                    <a:pt x="85725" y="91186"/>
                  </a:lnTo>
                  <a:lnTo>
                    <a:pt x="72898" y="87630"/>
                  </a:lnTo>
                  <a:lnTo>
                    <a:pt x="70853" y="86741"/>
                  </a:lnTo>
                  <a:lnTo>
                    <a:pt x="66649" y="84455"/>
                  </a:lnTo>
                  <a:lnTo>
                    <a:pt x="65735" y="84074"/>
                  </a:lnTo>
                  <a:lnTo>
                    <a:pt x="63881" y="84074"/>
                  </a:lnTo>
                  <a:lnTo>
                    <a:pt x="63309" y="84455"/>
                  </a:lnTo>
                  <a:lnTo>
                    <a:pt x="63119" y="84455"/>
                  </a:lnTo>
                  <a:lnTo>
                    <a:pt x="62852" y="84836"/>
                  </a:lnTo>
                  <a:lnTo>
                    <a:pt x="62674" y="85344"/>
                  </a:lnTo>
                  <a:lnTo>
                    <a:pt x="62484" y="85725"/>
                  </a:lnTo>
                  <a:lnTo>
                    <a:pt x="62357" y="86233"/>
                  </a:lnTo>
                  <a:lnTo>
                    <a:pt x="62268" y="86741"/>
                  </a:lnTo>
                  <a:lnTo>
                    <a:pt x="62179" y="87249"/>
                  </a:lnTo>
                  <a:lnTo>
                    <a:pt x="67437" y="98044"/>
                  </a:lnTo>
                  <a:lnTo>
                    <a:pt x="68834" y="98806"/>
                  </a:lnTo>
                  <a:lnTo>
                    <a:pt x="85966" y="102362"/>
                  </a:lnTo>
                  <a:lnTo>
                    <a:pt x="93980" y="102362"/>
                  </a:lnTo>
                  <a:lnTo>
                    <a:pt x="122555" y="81915"/>
                  </a:lnTo>
                  <a:lnTo>
                    <a:pt x="122555" y="74803"/>
                  </a:lnTo>
                  <a:close/>
                </a:path>
                <a:path w="663575" h="131445">
                  <a:moveTo>
                    <a:pt x="218287" y="88646"/>
                  </a:moveTo>
                  <a:lnTo>
                    <a:pt x="218186" y="22098"/>
                  </a:lnTo>
                  <a:lnTo>
                    <a:pt x="217932" y="21844"/>
                  </a:lnTo>
                  <a:lnTo>
                    <a:pt x="217678" y="21463"/>
                  </a:lnTo>
                  <a:lnTo>
                    <a:pt x="216662" y="20955"/>
                  </a:lnTo>
                  <a:lnTo>
                    <a:pt x="216027" y="20701"/>
                  </a:lnTo>
                  <a:lnTo>
                    <a:pt x="215265" y="20574"/>
                  </a:lnTo>
                  <a:lnTo>
                    <a:pt x="205613" y="20574"/>
                  </a:lnTo>
                  <a:lnTo>
                    <a:pt x="204851" y="20701"/>
                  </a:lnTo>
                  <a:lnTo>
                    <a:pt x="203581" y="21209"/>
                  </a:lnTo>
                  <a:lnTo>
                    <a:pt x="203073" y="21463"/>
                  </a:lnTo>
                  <a:lnTo>
                    <a:pt x="202946" y="21844"/>
                  </a:lnTo>
                  <a:lnTo>
                    <a:pt x="202692" y="22098"/>
                  </a:lnTo>
                  <a:lnTo>
                    <a:pt x="202565" y="75819"/>
                  </a:lnTo>
                  <a:lnTo>
                    <a:pt x="198247" y="80645"/>
                  </a:lnTo>
                  <a:lnTo>
                    <a:pt x="194056" y="84201"/>
                  </a:lnTo>
                  <a:lnTo>
                    <a:pt x="189928" y="86741"/>
                  </a:lnTo>
                  <a:lnTo>
                    <a:pt x="186309" y="89154"/>
                  </a:lnTo>
                  <a:lnTo>
                    <a:pt x="182372" y="90424"/>
                  </a:lnTo>
                  <a:lnTo>
                    <a:pt x="175387" y="90424"/>
                  </a:lnTo>
                  <a:lnTo>
                    <a:pt x="172720" y="89789"/>
                  </a:lnTo>
                  <a:lnTo>
                    <a:pt x="168148" y="87757"/>
                  </a:lnTo>
                  <a:lnTo>
                    <a:pt x="166243" y="86360"/>
                  </a:lnTo>
                  <a:lnTo>
                    <a:pt x="164846" y="84455"/>
                  </a:lnTo>
                  <a:lnTo>
                    <a:pt x="163322" y="82550"/>
                  </a:lnTo>
                  <a:lnTo>
                    <a:pt x="162179" y="80264"/>
                  </a:lnTo>
                  <a:lnTo>
                    <a:pt x="161544" y="77597"/>
                  </a:lnTo>
                  <a:lnTo>
                    <a:pt x="160782" y="74930"/>
                  </a:lnTo>
                  <a:lnTo>
                    <a:pt x="160401" y="71374"/>
                  </a:lnTo>
                  <a:lnTo>
                    <a:pt x="160274" y="22098"/>
                  </a:lnTo>
                  <a:lnTo>
                    <a:pt x="160020" y="21844"/>
                  </a:lnTo>
                  <a:lnTo>
                    <a:pt x="159766" y="21463"/>
                  </a:lnTo>
                  <a:lnTo>
                    <a:pt x="159385" y="21209"/>
                  </a:lnTo>
                  <a:lnTo>
                    <a:pt x="158115" y="20701"/>
                  </a:lnTo>
                  <a:lnTo>
                    <a:pt x="157353" y="20574"/>
                  </a:lnTo>
                  <a:lnTo>
                    <a:pt x="147701" y="20574"/>
                  </a:lnTo>
                  <a:lnTo>
                    <a:pt x="144805" y="75819"/>
                  </a:lnTo>
                  <a:lnTo>
                    <a:pt x="145161" y="78994"/>
                  </a:lnTo>
                  <a:lnTo>
                    <a:pt x="169545" y="102362"/>
                  </a:lnTo>
                  <a:lnTo>
                    <a:pt x="180086" y="102362"/>
                  </a:lnTo>
                  <a:lnTo>
                    <a:pt x="184912" y="101219"/>
                  </a:lnTo>
                  <a:lnTo>
                    <a:pt x="189611" y="99060"/>
                  </a:lnTo>
                  <a:lnTo>
                    <a:pt x="194437" y="96901"/>
                  </a:lnTo>
                  <a:lnTo>
                    <a:pt x="199263" y="93345"/>
                  </a:lnTo>
                  <a:lnTo>
                    <a:pt x="202260" y="90424"/>
                  </a:lnTo>
                  <a:lnTo>
                    <a:pt x="204089" y="88646"/>
                  </a:lnTo>
                  <a:lnTo>
                    <a:pt x="205740" y="100711"/>
                  </a:lnTo>
                  <a:lnTo>
                    <a:pt x="205994" y="100711"/>
                  </a:lnTo>
                  <a:lnTo>
                    <a:pt x="206756" y="100965"/>
                  </a:lnTo>
                  <a:lnTo>
                    <a:pt x="215519" y="100965"/>
                  </a:lnTo>
                  <a:lnTo>
                    <a:pt x="216281" y="100711"/>
                  </a:lnTo>
                  <a:lnTo>
                    <a:pt x="216471" y="100711"/>
                  </a:lnTo>
                  <a:lnTo>
                    <a:pt x="217424" y="100330"/>
                  </a:lnTo>
                  <a:lnTo>
                    <a:pt x="217805" y="100076"/>
                  </a:lnTo>
                  <a:lnTo>
                    <a:pt x="217970" y="99822"/>
                  </a:lnTo>
                  <a:lnTo>
                    <a:pt x="218186" y="99441"/>
                  </a:lnTo>
                  <a:lnTo>
                    <a:pt x="218287" y="88646"/>
                  </a:lnTo>
                  <a:close/>
                </a:path>
                <a:path w="663575" h="131445">
                  <a:moveTo>
                    <a:pt x="325882" y="66167"/>
                  </a:moveTo>
                  <a:lnTo>
                    <a:pt x="317881" y="31115"/>
                  </a:lnTo>
                  <a:lnTo>
                    <a:pt x="315214" y="27432"/>
                  </a:lnTo>
                  <a:lnTo>
                    <a:pt x="311658" y="24511"/>
                  </a:lnTo>
                  <a:lnTo>
                    <a:pt x="309626" y="23520"/>
                  </a:lnTo>
                  <a:lnTo>
                    <a:pt x="309626" y="57277"/>
                  </a:lnTo>
                  <a:lnTo>
                    <a:pt x="309626" y="64770"/>
                  </a:lnTo>
                  <a:lnTo>
                    <a:pt x="309245" y="68199"/>
                  </a:lnTo>
                  <a:lnTo>
                    <a:pt x="308356" y="71755"/>
                  </a:lnTo>
                  <a:lnTo>
                    <a:pt x="307594" y="75184"/>
                  </a:lnTo>
                  <a:lnTo>
                    <a:pt x="291338" y="90424"/>
                  </a:lnTo>
                  <a:lnTo>
                    <a:pt x="283210" y="90424"/>
                  </a:lnTo>
                  <a:lnTo>
                    <a:pt x="279146" y="89154"/>
                  </a:lnTo>
                  <a:lnTo>
                    <a:pt x="275209" y="86614"/>
                  </a:lnTo>
                  <a:lnTo>
                    <a:pt x="271272" y="84201"/>
                  </a:lnTo>
                  <a:lnTo>
                    <a:pt x="267208" y="80645"/>
                  </a:lnTo>
                  <a:lnTo>
                    <a:pt x="262890" y="75946"/>
                  </a:lnTo>
                  <a:lnTo>
                    <a:pt x="262890" y="45847"/>
                  </a:lnTo>
                  <a:lnTo>
                    <a:pt x="265303" y="43180"/>
                  </a:lnTo>
                  <a:lnTo>
                    <a:pt x="267716" y="40767"/>
                  </a:lnTo>
                  <a:lnTo>
                    <a:pt x="269836" y="39116"/>
                  </a:lnTo>
                  <a:lnTo>
                    <a:pt x="272161" y="37084"/>
                  </a:lnTo>
                  <a:lnTo>
                    <a:pt x="286385" y="31115"/>
                  </a:lnTo>
                  <a:lnTo>
                    <a:pt x="292481" y="31115"/>
                  </a:lnTo>
                  <a:lnTo>
                    <a:pt x="295910" y="31877"/>
                  </a:lnTo>
                  <a:lnTo>
                    <a:pt x="298577" y="33655"/>
                  </a:lnTo>
                  <a:lnTo>
                    <a:pt x="301371" y="35306"/>
                  </a:lnTo>
                  <a:lnTo>
                    <a:pt x="309626" y="57277"/>
                  </a:lnTo>
                  <a:lnTo>
                    <a:pt x="309626" y="23520"/>
                  </a:lnTo>
                  <a:lnTo>
                    <a:pt x="306451" y="21971"/>
                  </a:lnTo>
                  <a:lnTo>
                    <a:pt x="302895" y="20193"/>
                  </a:lnTo>
                  <a:lnTo>
                    <a:pt x="297561" y="19177"/>
                  </a:lnTo>
                  <a:lnTo>
                    <a:pt x="288544" y="19177"/>
                  </a:lnTo>
                  <a:lnTo>
                    <a:pt x="285877" y="19431"/>
                  </a:lnTo>
                  <a:lnTo>
                    <a:pt x="282575" y="20193"/>
                  </a:lnTo>
                  <a:lnTo>
                    <a:pt x="280670" y="20574"/>
                  </a:lnTo>
                  <a:lnTo>
                    <a:pt x="260972" y="33147"/>
                  </a:lnTo>
                  <a:lnTo>
                    <a:pt x="260858" y="22606"/>
                  </a:lnTo>
                  <a:lnTo>
                    <a:pt x="260858" y="21971"/>
                  </a:lnTo>
                  <a:lnTo>
                    <a:pt x="260604" y="21717"/>
                  </a:lnTo>
                  <a:lnTo>
                    <a:pt x="260477" y="21463"/>
                  </a:lnTo>
                  <a:lnTo>
                    <a:pt x="259969" y="21082"/>
                  </a:lnTo>
                  <a:lnTo>
                    <a:pt x="259461" y="20955"/>
                  </a:lnTo>
                  <a:lnTo>
                    <a:pt x="258826" y="20701"/>
                  </a:lnTo>
                  <a:lnTo>
                    <a:pt x="258191" y="20574"/>
                  </a:lnTo>
                  <a:lnTo>
                    <a:pt x="249936" y="20574"/>
                  </a:lnTo>
                  <a:lnTo>
                    <a:pt x="249174" y="20701"/>
                  </a:lnTo>
                  <a:lnTo>
                    <a:pt x="248666" y="20955"/>
                  </a:lnTo>
                  <a:lnTo>
                    <a:pt x="248031" y="21082"/>
                  </a:lnTo>
                  <a:lnTo>
                    <a:pt x="247650" y="21463"/>
                  </a:lnTo>
                  <a:lnTo>
                    <a:pt x="247523" y="21717"/>
                  </a:lnTo>
                  <a:lnTo>
                    <a:pt x="247269" y="21971"/>
                  </a:lnTo>
                  <a:lnTo>
                    <a:pt x="247142" y="22606"/>
                  </a:lnTo>
                  <a:lnTo>
                    <a:pt x="247142" y="129032"/>
                  </a:lnTo>
                  <a:lnTo>
                    <a:pt x="247269" y="129413"/>
                  </a:lnTo>
                  <a:lnTo>
                    <a:pt x="247777" y="130175"/>
                  </a:lnTo>
                  <a:lnTo>
                    <a:pt x="248158" y="130429"/>
                  </a:lnTo>
                  <a:lnTo>
                    <a:pt x="249110" y="130810"/>
                  </a:lnTo>
                  <a:lnTo>
                    <a:pt x="249428" y="130810"/>
                  </a:lnTo>
                  <a:lnTo>
                    <a:pt x="250190" y="131064"/>
                  </a:lnTo>
                  <a:lnTo>
                    <a:pt x="259842" y="131064"/>
                  </a:lnTo>
                  <a:lnTo>
                    <a:pt x="260769" y="130810"/>
                  </a:lnTo>
                  <a:lnTo>
                    <a:pt x="260921" y="130810"/>
                  </a:lnTo>
                  <a:lnTo>
                    <a:pt x="261874" y="130429"/>
                  </a:lnTo>
                  <a:lnTo>
                    <a:pt x="262255" y="130175"/>
                  </a:lnTo>
                  <a:lnTo>
                    <a:pt x="262763" y="129413"/>
                  </a:lnTo>
                  <a:lnTo>
                    <a:pt x="262890" y="90805"/>
                  </a:lnTo>
                  <a:lnTo>
                    <a:pt x="267335" y="94488"/>
                  </a:lnTo>
                  <a:lnTo>
                    <a:pt x="269367" y="95885"/>
                  </a:lnTo>
                  <a:lnTo>
                    <a:pt x="271399" y="97409"/>
                  </a:lnTo>
                  <a:lnTo>
                    <a:pt x="273431" y="98552"/>
                  </a:lnTo>
                  <a:lnTo>
                    <a:pt x="275463" y="99568"/>
                  </a:lnTo>
                  <a:lnTo>
                    <a:pt x="277495" y="100457"/>
                  </a:lnTo>
                  <a:lnTo>
                    <a:pt x="279654" y="101219"/>
                  </a:lnTo>
                  <a:lnTo>
                    <a:pt x="281813" y="101600"/>
                  </a:lnTo>
                  <a:lnTo>
                    <a:pt x="283972" y="102108"/>
                  </a:lnTo>
                  <a:lnTo>
                    <a:pt x="286258" y="102362"/>
                  </a:lnTo>
                  <a:lnTo>
                    <a:pt x="294767" y="102362"/>
                  </a:lnTo>
                  <a:lnTo>
                    <a:pt x="300101" y="101346"/>
                  </a:lnTo>
                  <a:lnTo>
                    <a:pt x="304673" y="99314"/>
                  </a:lnTo>
                  <a:lnTo>
                    <a:pt x="309067" y="97409"/>
                  </a:lnTo>
                  <a:lnTo>
                    <a:pt x="311277" y="95885"/>
                  </a:lnTo>
                  <a:lnTo>
                    <a:pt x="313182" y="94488"/>
                  </a:lnTo>
                  <a:lnTo>
                    <a:pt x="316357" y="90805"/>
                  </a:lnTo>
                  <a:lnTo>
                    <a:pt x="316661" y="90424"/>
                  </a:lnTo>
                  <a:lnTo>
                    <a:pt x="319405" y="87122"/>
                  </a:lnTo>
                  <a:lnTo>
                    <a:pt x="321818" y="82677"/>
                  </a:lnTo>
                  <a:lnTo>
                    <a:pt x="323469" y="77470"/>
                  </a:lnTo>
                  <a:lnTo>
                    <a:pt x="325120" y="72136"/>
                  </a:lnTo>
                  <a:lnTo>
                    <a:pt x="325882" y="66167"/>
                  </a:lnTo>
                  <a:close/>
                </a:path>
                <a:path w="663575" h="131445">
                  <a:moveTo>
                    <a:pt x="426466" y="66167"/>
                  </a:moveTo>
                  <a:lnTo>
                    <a:pt x="418465" y="31115"/>
                  </a:lnTo>
                  <a:lnTo>
                    <a:pt x="415798" y="27432"/>
                  </a:lnTo>
                  <a:lnTo>
                    <a:pt x="412242" y="24511"/>
                  </a:lnTo>
                  <a:lnTo>
                    <a:pt x="410210" y="23520"/>
                  </a:lnTo>
                  <a:lnTo>
                    <a:pt x="410210" y="57277"/>
                  </a:lnTo>
                  <a:lnTo>
                    <a:pt x="410210" y="64770"/>
                  </a:lnTo>
                  <a:lnTo>
                    <a:pt x="409829" y="68199"/>
                  </a:lnTo>
                  <a:lnTo>
                    <a:pt x="408940" y="71755"/>
                  </a:lnTo>
                  <a:lnTo>
                    <a:pt x="408178" y="75184"/>
                  </a:lnTo>
                  <a:lnTo>
                    <a:pt x="391922" y="90424"/>
                  </a:lnTo>
                  <a:lnTo>
                    <a:pt x="383794" y="90424"/>
                  </a:lnTo>
                  <a:lnTo>
                    <a:pt x="379730" y="89154"/>
                  </a:lnTo>
                  <a:lnTo>
                    <a:pt x="375793" y="86614"/>
                  </a:lnTo>
                  <a:lnTo>
                    <a:pt x="371856" y="84201"/>
                  </a:lnTo>
                  <a:lnTo>
                    <a:pt x="367792" y="80645"/>
                  </a:lnTo>
                  <a:lnTo>
                    <a:pt x="363474" y="75946"/>
                  </a:lnTo>
                  <a:lnTo>
                    <a:pt x="363474" y="45847"/>
                  </a:lnTo>
                  <a:lnTo>
                    <a:pt x="365887" y="43180"/>
                  </a:lnTo>
                  <a:lnTo>
                    <a:pt x="368300" y="40767"/>
                  </a:lnTo>
                  <a:lnTo>
                    <a:pt x="370420" y="39116"/>
                  </a:lnTo>
                  <a:lnTo>
                    <a:pt x="372745" y="37084"/>
                  </a:lnTo>
                  <a:lnTo>
                    <a:pt x="386969" y="31115"/>
                  </a:lnTo>
                  <a:lnTo>
                    <a:pt x="393065" y="31115"/>
                  </a:lnTo>
                  <a:lnTo>
                    <a:pt x="396494" y="31877"/>
                  </a:lnTo>
                  <a:lnTo>
                    <a:pt x="399161" y="33655"/>
                  </a:lnTo>
                  <a:lnTo>
                    <a:pt x="401955" y="35306"/>
                  </a:lnTo>
                  <a:lnTo>
                    <a:pt x="410210" y="57277"/>
                  </a:lnTo>
                  <a:lnTo>
                    <a:pt x="410210" y="23520"/>
                  </a:lnTo>
                  <a:lnTo>
                    <a:pt x="407035" y="21971"/>
                  </a:lnTo>
                  <a:lnTo>
                    <a:pt x="403479" y="20193"/>
                  </a:lnTo>
                  <a:lnTo>
                    <a:pt x="398145" y="19177"/>
                  </a:lnTo>
                  <a:lnTo>
                    <a:pt x="389128" y="19177"/>
                  </a:lnTo>
                  <a:lnTo>
                    <a:pt x="386461" y="19431"/>
                  </a:lnTo>
                  <a:lnTo>
                    <a:pt x="383159" y="20193"/>
                  </a:lnTo>
                  <a:lnTo>
                    <a:pt x="381254" y="20574"/>
                  </a:lnTo>
                  <a:lnTo>
                    <a:pt x="361569" y="33147"/>
                  </a:lnTo>
                  <a:lnTo>
                    <a:pt x="361569" y="22606"/>
                  </a:lnTo>
                  <a:lnTo>
                    <a:pt x="361442" y="21971"/>
                  </a:lnTo>
                  <a:lnTo>
                    <a:pt x="361188" y="21717"/>
                  </a:lnTo>
                  <a:lnTo>
                    <a:pt x="361061" y="21463"/>
                  </a:lnTo>
                  <a:lnTo>
                    <a:pt x="360553" y="21082"/>
                  </a:lnTo>
                  <a:lnTo>
                    <a:pt x="360045" y="20955"/>
                  </a:lnTo>
                  <a:lnTo>
                    <a:pt x="359410" y="20701"/>
                  </a:lnTo>
                  <a:lnTo>
                    <a:pt x="358775" y="20574"/>
                  </a:lnTo>
                  <a:lnTo>
                    <a:pt x="350520" y="20574"/>
                  </a:lnTo>
                  <a:lnTo>
                    <a:pt x="349758" y="20701"/>
                  </a:lnTo>
                  <a:lnTo>
                    <a:pt x="349250" y="20955"/>
                  </a:lnTo>
                  <a:lnTo>
                    <a:pt x="348615" y="21082"/>
                  </a:lnTo>
                  <a:lnTo>
                    <a:pt x="348234" y="21463"/>
                  </a:lnTo>
                  <a:lnTo>
                    <a:pt x="348107" y="21717"/>
                  </a:lnTo>
                  <a:lnTo>
                    <a:pt x="347853" y="21971"/>
                  </a:lnTo>
                  <a:lnTo>
                    <a:pt x="347853" y="129413"/>
                  </a:lnTo>
                  <a:lnTo>
                    <a:pt x="348361" y="130175"/>
                  </a:lnTo>
                  <a:lnTo>
                    <a:pt x="348742" y="130429"/>
                  </a:lnTo>
                  <a:lnTo>
                    <a:pt x="349681" y="130810"/>
                  </a:lnTo>
                  <a:lnTo>
                    <a:pt x="350012" y="130810"/>
                  </a:lnTo>
                  <a:lnTo>
                    <a:pt x="350774" y="131064"/>
                  </a:lnTo>
                  <a:lnTo>
                    <a:pt x="360426" y="131064"/>
                  </a:lnTo>
                  <a:lnTo>
                    <a:pt x="361353" y="130810"/>
                  </a:lnTo>
                  <a:lnTo>
                    <a:pt x="361505" y="130810"/>
                  </a:lnTo>
                  <a:lnTo>
                    <a:pt x="362458" y="130429"/>
                  </a:lnTo>
                  <a:lnTo>
                    <a:pt x="362839" y="130175"/>
                  </a:lnTo>
                  <a:lnTo>
                    <a:pt x="363347" y="129413"/>
                  </a:lnTo>
                  <a:lnTo>
                    <a:pt x="363474" y="90805"/>
                  </a:lnTo>
                  <a:lnTo>
                    <a:pt x="367919" y="94488"/>
                  </a:lnTo>
                  <a:lnTo>
                    <a:pt x="369951" y="95885"/>
                  </a:lnTo>
                  <a:lnTo>
                    <a:pt x="371983" y="97409"/>
                  </a:lnTo>
                  <a:lnTo>
                    <a:pt x="374015" y="98552"/>
                  </a:lnTo>
                  <a:lnTo>
                    <a:pt x="376047" y="99568"/>
                  </a:lnTo>
                  <a:lnTo>
                    <a:pt x="378079" y="100457"/>
                  </a:lnTo>
                  <a:lnTo>
                    <a:pt x="380238" y="101219"/>
                  </a:lnTo>
                  <a:lnTo>
                    <a:pt x="382397" y="101600"/>
                  </a:lnTo>
                  <a:lnTo>
                    <a:pt x="384556" y="102108"/>
                  </a:lnTo>
                  <a:lnTo>
                    <a:pt x="386842" y="102362"/>
                  </a:lnTo>
                  <a:lnTo>
                    <a:pt x="395351" y="102362"/>
                  </a:lnTo>
                  <a:lnTo>
                    <a:pt x="400685" y="101346"/>
                  </a:lnTo>
                  <a:lnTo>
                    <a:pt x="405257" y="99314"/>
                  </a:lnTo>
                  <a:lnTo>
                    <a:pt x="409651" y="97409"/>
                  </a:lnTo>
                  <a:lnTo>
                    <a:pt x="411861" y="95885"/>
                  </a:lnTo>
                  <a:lnTo>
                    <a:pt x="413766" y="94488"/>
                  </a:lnTo>
                  <a:lnTo>
                    <a:pt x="416941" y="90805"/>
                  </a:lnTo>
                  <a:lnTo>
                    <a:pt x="417245" y="90424"/>
                  </a:lnTo>
                  <a:lnTo>
                    <a:pt x="419989" y="87122"/>
                  </a:lnTo>
                  <a:lnTo>
                    <a:pt x="422402" y="82677"/>
                  </a:lnTo>
                  <a:lnTo>
                    <a:pt x="424053" y="77470"/>
                  </a:lnTo>
                  <a:lnTo>
                    <a:pt x="425704" y="72136"/>
                  </a:lnTo>
                  <a:lnTo>
                    <a:pt x="426466" y="66167"/>
                  </a:lnTo>
                  <a:close/>
                </a:path>
                <a:path w="663575" h="131445">
                  <a:moveTo>
                    <a:pt x="529463" y="66040"/>
                  </a:moveTo>
                  <a:lnTo>
                    <a:pt x="529336" y="52832"/>
                  </a:lnTo>
                  <a:lnTo>
                    <a:pt x="528840" y="49657"/>
                  </a:lnTo>
                  <a:lnTo>
                    <a:pt x="528789" y="49276"/>
                  </a:lnTo>
                  <a:lnTo>
                    <a:pt x="528662" y="48514"/>
                  </a:lnTo>
                  <a:lnTo>
                    <a:pt x="528574" y="47879"/>
                  </a:lnTo>
                  <a:lnTo>
                    <a:pt x="526796" y="42799"/>
                  </a:lnTo>
                  <a:lnTo>
                    <a:pt x="525018" y="37846"/>
                  </a:lnTo>
                  <a:lnTo>
                    <a:pt x="522478" y="33528"/>
                  </a:lnTo>
                  <a:lnTo>
                    <a:pt x="519684" y="30734"/>
                  </a:lnTo>
                  <a:lnTo>
                    <a:pt x="518922" y="29972"/>
                  </a:lnTo>
                  <a:lnTo>
                    <a:pt x="515493" y="26416"/>
                  </a:lnTo>
                  <a:lnTo>
                    <a:pt x="513105" y="24942"/>
                  </a:lnTo>
                  <a:lnTo>
                    <a:pt x="513105" y="66040"/>
                  </a:lnTo>
                  <a:lnTo>
                    <a:pt x="512876" y="67818"/>
                  </a:lnTo>
                  <a:lnTo>
                    <a:pt x="512775" y="68580"/>
                  </a:lnTo>
                  <a:lnTo>
                    <a:pt x="512699" y="69215"/>
                  </a:lnTo>
                  <a:lnTo>
                    <a:pt x="510667" y="76581"/>
                  </a:lnTo>
                  <a:lnTo>
                    <a:pt x="509016" y="79629"/>
                  </a:lnTo>
                  <a:lnTo>
                    <a:pt x="504698" y="84963"/>
                  </a:lnTo>
                  <a:lnTo>
                    <a:pt x="501904" y="86995"/>
                  </a:lnTo>
                  <a:lnTo>
                    <a:pt x="498475" y="88392"/>
                  </a:lnTo>
                  <a:lnTo>
                    <a:pt x="495173" y="89916"/>
                  </a:lnTo>
                  <a:lnTo>
                    <a:pt x="491109" y="90678"/>
                  </a:lnTo>
                  <a:lnTo>
                    <a:pt x="481457" y="90678"/>
                  </a:lnTo>
                  <a:lnTo>
                    <a:pt x="477862" y="89916"/>
                  </a:lnTo>
                  <a:lnTo>
                    <a:pt x="477545" y="89916"/>
                  </a:lnTo>
                  <a:lnTo>
                    <a:pt x="460248" y="55245"/>
                  </a:lnTo>
                  <a:lnTo>
                    <a:pt x="460451" y="53594"/>
                  </a:lnTo>
                  <a:lnTo>
                    <a:pt x="460540" y="52832"/>
                  </a:lnTo>
                  <a:lnTo>
                    <a:pt x="460629" y="52197"/>
                  </a:lnTo>
                  <a:lnTo>
                    <a:pt x="461772" y="48514"/>
                  </a:lnTo>
                  <a:lnTo>
                    <a:pt x="462788" y="44958"/>
                  </a:lnTo>
                  <a:lnTo>
                    <a:pt x="482219" y="30734"/>
                  </a:lnTo>
                  <a:lnTo>
                    <a:pt x="491998" y="30734"/>
                  </a:lnTo>
                  <a:lnTo>
                    <a:pt x="513105" y="66040"/>
                  </a:lnTo>
                  <a:lnTo>
                    <a:pt x="513105" y="24942"/>
                  </a:lnTo>
                  <a:lnTo>
                    <a:pt x="511175" y="23749"/>
                  </a:lnTo>
                  <a:lnTo>
                    <a:pt x="505968" y="21971"/>
                  </a:lnTo>
                  <a:lnTo>
                    <a:pt x="500989" y="20193"/>
                  </a:lnTo>
                  <a:lnTo>
                    <a:pt x="501497" y="20193"/>
                  </a:lnTo>
                  <a:lnTo>
                    <a:pt x="494538" y="19177"/>
                  </a:lnTo>
                  <a:lnTo>
                    <a:pt x="480187" y="19177"/>
                  </a:lnTo>
                  <a:lnTo>
                    <a:pt x="446659" y="44450"/>
                  </a:lnTo>
                  <a:lnTo>
                    <a:pt x="444754" y="49657"/>
                  </a:lnTo>
                  <a:lnTo>
                    <a:pt x="443865" y="55245"/>
                  </a:lnTo>
                  <a:lnTo>
                    <a:pt x="443979" y="68580"/>
                  </a:lnTo>
                  <a:lnTo>
                    <a:pt x="444754" y="73533"/>
                  </a:lnTo>
                  <a:lnTo>
                    <a:pt x="446532" y="78613"/>
                  </a:lnTo>
                  <a:lnTo>
                    <a:pt x="448183" y="83693"/>
                  </a:lnTo>
                  <a:lnTo>
                    <a:pt x="450723" y="87884"/>
                  </a:lnTo>
                  <a:lnTo>
                    <a:pt x="454279" y="91440"/>
                  </a:lnTo>
                  <a:lnTo>
                    <a:pt x="457708" y="94996"/>
                  </a:lnTo>
                  <a:lnTo>
                    <a:pt x="462153" y="97663"/>
                  </a:lnTo>
                  <a:lnTo>
                    <a:pt x="467360" y="99568"/>
                  </a:lnTo>
                  <a:lnTo>
                    <a:pt x="472567" y="101346"/>
                  </a:lnTo>
                  <a:lnTo>
                    <a:pt x="478663" y="102362"/>
                  </a:lnTo>
                  <a:lnTo>
                    <a:pt x="492887" y="102362"/>
                  </a:lnTo>
                  <a:lnTo>
                    <a:pt x="518160" y="90678"/>
                  </a:lnTo>
                  <a:lnTo>
                    <a:pt x="522097" y="86614"/>
                  </a:lnTo>
                  <a:lnTo>
                    <a:pt x="524891" y="82169"/>
                  </a:lnTo>
                  <a:lnTo>
                    <a:pt x="528447" y="71755"/>
                  </a:lnTo>
                  <a:lnTo>
                    <a:pt x="529463" y="66040"/>
                  </a:lnTo>
                  <a:close/>
                </a:path>
                <a:path w="663575" h="131445">
                  <a:moveTo>
                    <a:pt x="601980" y="24765"/>
                  </a:moveTo>
                  <a:lnTo>
                    <a:pt x="601726" y="23114"/>
                  </a:lnTo>
                  <a:lnTo>
                    <a:pt x="601599" y="22733"/>
                  </a:lnTo>
                  <a:lnTo>
                    <a:pt x="601472" y="22098"/>
                  </a:lnTo>
                  <a:lnTo>
                    <a:pt x="601345" y="21844"/>
                  </a:lnTo>
                  <a:lnTo>
                    <a:pt x="601091" y="21590"/>
                  </a:lnTo>
                  <a:lnTo>
                    <a:pt x="600506" y="21209"/>
                  </a:lnTo>
                  <a:lnTo>
                    <a:pt x="600697" y="21209"/>
                  </a:lnTo>
                  <a:lnTo>
                    <a:pt x="599935" y="20955"/>
                  </a:lnTo>
                  <a:lnTo>
                    <a:pt x="598970" y="20574"/>
                  </a:lnTo>
                  <a:lnTo>
                    <a:pt x="599109" y="20574"/>
                  </a:lnTo>
                  <a:lnTo>
                    <a:pt x="597789" y="20193"/>
                  </a:lnTo>
                  <a:lnTo>
                    <a:pt x="596188" y="19812"/>
                  </a:lnTo>
                  <a:lnTo>
                    <a:pt x="595617" y="19812"/>
                  </a:lnTo>
                  <a:lnTo>
                    <a:pt x="593344" y="19304"/>
                  </a:lnTo>
                  <a:lnTo>
                    <a:pt x="585851" y="19304"/>
                  </a:lnTo>
                  <a:lnTo>
                    <a:pt x="584073" y="19812"/>
                  </a:lnTo>
                  <a:lnTo>
                    <a:pt x="582295" y="20193"/>
                  </a:lnTo>
                  <a:lnTo>
                    <a:pt x="580390" y="20955"/>
                  </a:lnTo>
                  <a:lnTo>
                    <a:pt x="578612" y="22098"/>
                  </a:lnTo>
                  <a:lnTo>
                    <a:pt x="576707" y="23114"/>
                  </a:lnTo>
                  <a:lnTo>
                    <a:pt x="574662" y="24765"/>
                  </a:lnTo>
                  <a:lnTo>
                    <a:pt x="570738" y="28448"/>
                  </a:lnTo>
                  <a:lnTo>
                    <a:pt x="568452" y="30861"/>
                  </a:lnTo>
                  <a:lnTo>
                    <a:pt x="566153" y="33909"/>
                  </a:lnTo>
                  <a:lnTo>
                    <a:pt x="566039" y="22479"/>
                  </a:lnTo>
                  <a:lnTo>
                    <a:pt x="566039" y="22098"/>
                  </a:lnTo>
                  <a:lnTo>
                    <a:pt x="565785" y="21844"/>
                  </a:lnTo>
                  <a:lnTo>
                    <a:pt x="565696" y="21590"/>
                  </a:lnTo>
                  <a:lnTo>
                    <a:pt x="565848" y="21590"/>
                  </a:lnTo>
                  <a:lnTo>
                    <a:pt x="565277" y="21209"/>
                  </a:lnTo>
                  <a:lnTo>
                    <a:pt x="563994" y="20574"/>
                  </a:lnTo>
                  <a:lnTo>
                    <a:pt x="554228" y="20574"/>
                  </a:lnTo>
                  <a:lnTo>
                    <a:pt x="553466" y="20955"/>
                  </a:lnTo>
                  <a:lnTo>
                    <a:pt x="552831" y="21209"/>
                  </a:lnTo>
                  <a:lnTo>
                    <a:pt x="552259" y="21590"/>
                  </a:lnTo>
                  <a:lnTo>
                    <a:pt x="552399" y="21590"/>
                  </a:lnTo>
                  <a:lnTo>
                    <a:pt x="552323" y="21844"/>
                  </a:lnTo>
                  <a:lnTo>
                    <a:pt x="552069" y="22098"/>
                  </a:lnTo>
                  <a:lnTo>
                    <a:pt x="551942" y="22479"/>
                  </a:lnTo>
                  <a:lnTo>
                    <a:pt x="551942" y="99060"/>
                  </a:lnTo>
                  <a:lnTo>
                    <a:pt x="552069" y="99441"/>
                  </a:lnTo>
                  <a:lnTo>
                    <a:pt x="552323" y="99695"/>
                  </a:lnTo>
                  <a:lnTo>
                    <a:pt x="552577" y="100076"/>
                  </a:lnTo>
                  <a:lnTo>
                    <a:pt x="552958" y="100330"/>
                  </a:lnTo>
                  <a:lnTo>
                    <a:pt x="553910" y="100711"/>
                  </a:lnTo>
                  <a:lnTo>
                    <a:pt x="554228" y="100711"/>
                  </a:lnTo>
                  <a:lnTo>
                    <a:pt x="554990" y="100965"/>
                  </a:lnTo>
                  <a:lnTo>
                    <a:pt x="564642" y="100965"/>
                  </a:lnTo>
                  <a:lnTo>
                    <a:pt x="565569" y="100711"/>
                  </a:lnTo>
                  <a:lnTo>
                    <a:pt x="565721" y="100711"/>
                  </a:lnTo>
                  <a:lnTo>
                    <a:pt x="566674" y="100330"/>
                  </a:lnTo>
                  <a:lnTo>
                    <a:pt x="567055" y="100076"/>
                  </a:lnTo>
                  <a:lnTo>
                    <a:pt x="567309" y="99695"/>
                  </a:lnTo>
                  <a:lnTo>
                    <a:pt x="567563" y="99441"/>
                  </a:lnTo>
                  <a:lnTo>
                    <a:pt x="567690" y="48768"/>
                  </a:lnTo>
                  <a:lnTo>
                    <a:pt x="569849" y="45720"/>
                  </a:lnTo>
                  <a:lnTo>
                    <a:pt x="571881" y="43180"/>
                  </a:lnTo>
                  <a:lnTo>
                    <a:pt x="573786" y="41021"/>
                  </a:lnTo>
                  <a:lnTo>
                    <a:pt x="575564" y="38862"/>
                  </a:lnTo>
                  <a:lnTo>
                    <a:pt x="583438" y="33274"/>
                  </a:lnTo>
                  <a:lnTo>
                    <a:pt x="585343" y="32512"/>
                  </a:lnTo>
                  <a:lnTo>
                    <a:pt x="591045" y="32512"/>
                  </a:lnTo>
                  <a:lnTo>
                    <a:pt x="592175" y="32639"/>
                  </a:lnTo>
                  <a:lnTo>
                    <a:pt x="593344" y="32766"/>
                  </a:lnTo>
                  <a:lnTo>
                    <a:pt x="596633" y="33655"/>
                  </a:lnTo>
                  <a:lnTo>
                    <a:pt x="597789" y="34036"/>
                  </a:lnTo>
                  <a:lnTo>
                    <a:pt x="598424" y="34290"/>
                  </a:lnTo>
                  <a:lnTo>
                    <a:pt x="600456" y="34290"/>
                  </a:lnTo>
                  <a:lnTo>
                    <a:pt x="600837" y="34036"/>
                  </a:lnTo>
                  <a:lnTo>
                    <a:pt x="601205" y="33655"/>
                  </a:lnTo>
                  <a:lnTo>
                    <a:pt x="601421" y="33274"/>
                  </a:lnTo>
                  <a:lnTo>
                    <a:pt x="601599" y="32766"/>
                  </a:lnTo>
                  <a:lnTo>
                    <a:pt x="601726" y="32512"/>
                  </a:lnTo>
                  <a:lnTo>
                    <a:pt x="601853" y="30988"/>
                  </a:lnTo>
                  <a:lnTo>
                    <a:pt x="601865" y="30861"/>
                  </a:lnTo>
                  <a:lnTo>
                    <a:pt x="601980" y="24765"/>
                  </a:lnTo>
                  <a:close/>
                </a:path>
                <a:path w="663575" h="131445">
                  <a:moveTo>
                    <a:pt x="663575" y="28575"/>
                  </a:moveTo>
                  <a:lnTo>
                    <a:pt x="663448" y="24638"/>
                  </a:lnTo>
                  <a:lnTo>
                    <a:pt x="663067" y="22479"/>
                  </a:lnTo>
                  <a:lnTo>
                    <a:pt x="662686" y="22098"/>
                  </a:lnTo>
                  <a:lnTo>
                    <a:pt x="662432" y="21590"/>
                  </a:lnTo>
                  <a:lnTo>
                    <a:pt x="662051" y="21209"/>
                  </a:lnTo>
                  <a:lnTo>
                    <a:pt x="661860" y="21209"/>
                  </a:lnTo>
                  <a:lnTo>
                    <a:pt x="661289" y="20828"/>
                  </a:lnTo>
                  <a:lnTo>
                    <a:pt x="638429" y="20828"/>
                  </a:lnTo>
                  <a:lnTo>
                    <a:pt x="638302" y="2032"/>
                  </a:lnTo>
                  <a:lnTo>
                    <a:pt x="637794" y="1270"/>
                  </a:lnTo>
                  <a:lnTo>
                    <a:pt x="637413" y="1016"/>
                  </a:lnTo>
                  <a:lnTo>
                    <a:pt x="636778" y="762"/>
                  </a:lnTo>
                  <a:lnTo>
                    <a:pt x="636270" y="508"/>
                  </a:lnTo>
                  <a:lnTo>
                    <a:pt x="635508" y="381"/>
                  </a:lnTo>
                  <a:lnTo>
                    <a:pt x="632447" y="0"/>
                  </a:lnTo>
                  <a:lnTo>
                    <a:pt x="628777" y="0"/>
                  </a:lnTo>
                  <a:lnTo>
                    <a:pt x="622795" y="20828"/>
                  </a:lnTo>
                  <a:lnTo>
                    <a:pt x="609981" y="20828"/>
                  </a:lnTo>
                  <a:lnTo>
                    <a:pt x="609219" y="21209"/>
                  </a:lnTo>
                  <a:lnTo>
                    <a:pt x="609092" y="21209"/>
                  </a:lnTo>
                  <a:lnTo>
                    <a:pt x="608711" y="21590"/>
                  </a:lnTo>
                  <a:lnTo>
                    <a:pt x="608457" y="22098"/>
                  </a:lnTo>
                  <a:lnTo>
                    <a:pt x="608203" y="22479"/>
                  </a:lnTo>
                  <a:lnTo>
                    <a:pt x="608076" y="23114"/>
                  </a:lnTo>
                  <a:lnTo>
                    <a:pt x="607949" y="23876"/>
                  </a:lnTo>
                  <a:lnTo>
                    <a:pt x="607695" y="24638"/>
                  </a:lnTo>
                  <a:lnTo>
                    <a:pt x="607695" y="28575"/>
                  </a:lnTo>
                  <a:lnTo>
                    <a:pt x="607949" y="29972"/>
                  </a:lnTo>
                  <a:lnTo>
                    <a:pt x="608457" y="30861"/>
                  </a:lnTo>
                  <a:lnTo>
                    <a:pt x="609092" y="31877"/>
                  </a:lnTo>
                  <a:lnTo>
                    <a:pt x="609854" y="32258"/>
                  </a:lnTo>
                  <a:lnTo>
                    <a:pt x="622808" y="32258"/>
                  </a:lnTo>
                  <a:lnTo>
                    <a:pt x="622808" y="80899"/>
                  </a:lnTo>
                  <a:lnTo>
                    <a:pt x="623074" y="83566"/>
                  </a:lnTo>
                  <a:lnTo>
                    <a:pt x="623189" y="84709"/>
                  </a:lnTo>
                  <a:lnTo>
                    <a:pt x="624230" y="88011"/>
                  </a:lnTo>
                  <a:lnTo>
                    <a:pt x="643382" y="102108"/>
                  </a:lnTo>
                  <a:lnTo>
                    <a:pt x="650621" y="102108"/>
                  </a:lnTo>
                  <a:lnTo>
                    <a:pt x="652145" y="101854"/>
                  </a:lnTo>
                  <a:lnTo>
                    <a:pt x="652856" y="101854"/>
                  </a:lnTo>
                  <a:lnTo>
                    <a:pt x="663270" y="90297"/>
                  </a:lnTo>
                  <a:lnTo>
                    <a:pt x="663143" y="89662"/>
                  </a:lnTo>
                  <a:lnTo>
                    <a:pt x="663067" y="89281"/>
                  </a:lnTo>
                  <a:lnTo>
                    <a:pt x="662940" y="88900"/>
                  </a:lnTo>
                  <a:lnTo>
                    <a:pt x="662813" y="88519"/>
                  </a:lnTo>
                  <a:lnTo>
                    <a:pt x="662559" y="88265"/>
                  </a:lnTo>
                  <a:lnTo>
                    <a:pt x="662051" y="88011"/>
                  </a:lnTo>
                  <a:lnTo>
                    <a:pt x="660273" y="88011"/>
                  </a:lnTo>
                  <a:lnTo>
                    <a:pt x="659003" y="88519"/>
                  </a:lnTo>
                  <a:lnTo>
                    <a:pt x="657936" y="88900"/>
                  </a:lnTo>
                  <a:lnTo>
                    <a:pt x="657047" y="89281"/>
                  </a:lnTo>
                  <a:lnTo>
                    <a:pt x="656907" y="89281"/>
                  </a:lnTo>
                  <a:lnTo>
                    <a:pt x="655447" y="89662"/>
                  </a:lnTo>
                  <a:lnTo>
                    <a:pt x="652589" y="90297"/>
                  </a:lnTo>
                  <a:lnTo>
                    <a:pt x="645922" y="90297"/>
                  </a:lnTo>
                  <a:lnTo>
                    <a:pt x="642747" y="88900"/>
                  </a:lnTo>
                  <a:lnTo>
                    <a:pt x="641096" y="86233"/>
                  </a:lnTo>
                  <a:lnTo>
                    <a:pt x="639318" y="83566"/>
                  </a:lnTo>
                  <a:lnTo>
                    <a:pt x="638429" y="79629"/>
                  </a:lnTo>
                  <a:lnTo>
                    <a:pt x="638429" y="32258"/>
                  </a:lnTo>
                  <a:lnTo>
                    <a:pt x="661289" y="32258"/>
                  </a:lnTo>
                  <a:lnTo>
                    <a:pt x="662051" y="31877"/>
                  </a:lnTo>
                  <a:lnTo>
                    <a:pt x="662686" y="30861"/>
                  </a:lnTo>
                  <a:lnTo>
                    <a:pt x="663194" y="29972"/>
                  </a:lnTo>
                  <a:lnTo>
                    <a:pt x="663575" y="28575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23665" y="3930141"/>
            <a:ext cx="647858" cy="1479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36134" y="3930777"/>
            <a:ext cx="311912" cy="11861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09641" y="3930777"/>
            <a:ext cx="1041273" cy="118618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6122797" y="3930776"/>
            <a:ext cx="335915" cy="118745"/>
          </a:xfrm>
          <a:custGeom>
            <a:avLst/>
            <a:gdLst/>
            <a:ahLst/>
            <a:cxnLst/>
            <a:rect l="l" t="t" r="r" b="b"/>
            <a:pathLst>
              <a:path w="335914" h="118745">
                <a:moveTo>
                  <a:pt x="49911" y="41021"/>
                </a:moveTo>
                <a:lnTo>
                  <a:pt x="49657" y="39370"/>
                </a:lnTo>
                <a:lnTo>
                  <a:pt x="49530" y="38989"/>
                </a:lnTo>
                <a:lnTo>
                  <a:pt x="49403" y="38354"/>
                </a:lnTo>
                <a:lnTo>
                  <a:pt x="49276" y="38100"/>
                </a:lnTo>
                <a:lnTo>
                  <a:pt x="49022" y="37846"/>
                </a:lnTo>
                <a:lnTo>
                  <a:pt x="48450" y="37465"/>
                </a:lnTo>
                <a:lnTo>
                  <a:pt x="48641" y="37465"/>
                </a:lnTo>
                <a:lnTo>
                  <a:pt x="47879" y="37211"/>
                </a:lnTo>
                <a:lnTo>
                  <a:pt x="46901" y="36830"/>
                </a:lnTo>
                <a:lnTo>
                  <a:pt x="47040" y="36830"/>
                </a:lnTo>
                <a:lnTo>
                  <a:pt x="45720" y="36449"/>
                </a:lnTo>
                <a:lnTo>
                  <a:pt x="44119" y="36068"/>
                </a:lnTo>
                <a:lnTo>
                  <a:pt x="43548" y="36068"/>
                </a:lnTo>
                <a:lnTo>
                  <a:pt x="41275" y="35560"/>
                </a:lnTo>
                <a:lnTo>
                  <a:pt x="33782" y="35560"/>
                </a:lnTo>
                <a:lnTo>
                  <a:pt x="32004" y="36068"/>
                </a:lnTo>
                <a:lnTo>
                  <a:pt x="30226" y="36449"/>
                </a:lnTo>
                <a:lnTo>
                  <a:pt x="28321" y="37211"/>
                </a:lnTo>
                <a:lnTo>
                  <a:pt x="26543" y="38354"/>
                </a:lnTo>
                <a:lnTo>
                  <a:pt x="24638" y="39370"/>
                </a:lnTo>
                <a:lnTo>
                  <a:pt x="22593" y="41021"/>
                </a:lnTo>
                <a:lnTo>
                  <a:pt x="18669" y="44704"/>
                </a:lnTo>
                <a:lnTo>
                  <a:pt x="16383" y="47117"/>
                </a:lnTo>
                <a:lnTo>
                  <a:pt x="14097" y="50165"/>
                </a:lnTo>
                <a:lnTo>
                  <a:pt x="14097" y="38735"/>
                </a:lnTo>
                <a:lnTo>
                  <a:pt x="13970" y="38354"/>
                </a:lnTo>
                <a:lnTo>
                  <a:pt x="13716" y="38100"/>
                </a:lnTo>
                <a:lnTo>
                  <a:pt x="13627" y="37846"/>
                </a:lnTo>
                <a:lnTo>
                  <a:pt x="13779" y="37846"/>
                </a:lnTo>
                <a:lnTo>
                  <a:pt x="13208" y="37465"/>
                </a:lnTo>
                <a:lnTo>
                  <a:pt x="11925" y="36830"/>
                </a:lnTo>
                <a:lnTo>
                  <a:pt x="2159" y="36830"/>
                </a:lnTo>
                <a:lnTo>
                  <a:pt x="1397" y="37211"/>
                </a:lnTo>
                <a:lnTo>
                  <a:pt x="762" y="37465"/>
                </a:lnTo>
                <a:lnTo>
                  <a:pt x="190" y="37846"/>
                </a:lnTo>
                <a:lnTo>
                  <a:pt x="330" y="37846"/>
                </a:lnTo>
                <a:lnTo>
                  <a:pt x="254" y="38100"/>
                </a:lnTo>
                <a:lnTo>
                  <a:pt x="0" y="38354"/>
                </a:lnTo>
                <a:lnTo>
                  <a:pt x="0" y="115697"/>
                </a:lnTo>
                <a:lnTo>
                  <a:pt x="254" y="115951"/>
                </a:lnTo>
                <a:lnTo>
                  <a:pt x="508" y="116332"/>
                </a:lnTo>
                <a:lnTo>
                  <a:pt x="889" y="116586"/>
                </a:lnTo>
                <a:lnTo>
                  <a:pt x="1841" y="116967"/>
                </a:lnTo>
                <a:lnTo>
                  <a:pt x="2159" y="116967"/>
                </a:lnTo>
                <a:lnTo>
                  <a:pt x="2921" y="117221"/>
                </a:lnTo>
                <a:lnTo>
                  <a:pt x="12573" y="117221"/>
                </a:lnTo>
                <a:lnTo>
                  <a:pt x="13500" y="116967"/>
                </a:lnTo>
                <a:lnTo>
                  <a:pt x="13652" y="116967"/>
                </a:lnTo>
                <a:lnTo>
                  <a:pt x="14605" y="116586"/>
                </a:lnTo>
                <a:lnTo>
                  <a:pt x="14986" y="116332"/>
                </a:lnTo>
                <a:lnTo>
                  <a:pt x="15240" y="115951"/>
                </a:lnTo>
                <a:lnTo>
                  <a:pt x="15494" y="115697"/>
                </a:lnTo>
                <a:lnTo>
                  <a:pt x="15621" y="65024"/>
                </a:lnTo>
                <a:lnTo>
                  <a:pt x="17780" y="61976"/>
                </a:lnTo>
                <a:lnTo>
                  <a:pt x="19812" y="59436"/>
                </a:lnTo>
                <a:lnTo>
                  <a:pt x="21717" y="57277"/>
                </a:lnTo>
                <a:lnTo>
                  <a:pt x="23495" y="55118"/>
                </a:lnTo>
                <a:lnTo>
                  <a:pt x="31750" y="49403"/>
                </a:lnTo>
                <a:lnTo>
                  <a:pt x="33274" y="48768"/>
                </a:lnTo>
                <a:lnTo>
                  <a:pt x="38976" y="48768"/>
                </a:lnTo>
                <a:lnTo>
                  <a:pt x="40106" y="48895"/>
                </a:lnTo>
                <a:lnTo>
                  <a:pt x="41275" y="49022"/>
                </a:lnTo>
                <a:lnTo>
                  <a:pt x="44564" y="49911"/>
                </a:lnTo>
                <a:lnTo>
                  <a:pt x="45720" y="50292"/>
                </a:lnTo>
                <a:lnTo>
                  <a:pt x="46355" y="50546"/>
                </a:lnTo>
                <a:lnTo>
                  <a:pt x="48387" y="50546"/>
                </a:lnTo>
                <a:lnTo>
                  <a:pt x="48768" y="50292"/>
                </a:lnTo>
                <a:lnTo>
                  <a:pt x="49149" y="49911"/>
                </a:lnTo>
                <a:lnTo>
                  <a:pt x="49276" y="49657"/>
                </a:lnTo>
                <a:lnTo>
                  <a:pt x="49352" y="49403"/>
                </a:lnTo>
                <a:lnTo>
                  <a:pt x="49530" y="49022"/>
                </a:lnTo>
                <a:lnTo>
                  <a:pt x="49657" y="48768"/>
                </a:lnTo>
                <a:lnTo>
                  <a:pt x="49784" y="47244"/>
                </a:lnTo>
                <a:lnTo>
                  <a:pt x="49796" y="47117"/>
                </a:lnTo>
                <a:lnTo>
                  <a:pt x="49911" y="41021"/>
                </a:lnTo>
                <a:close/>
              </a:path>
              <a:path w="335914" h="118745">
                <a:moveTo>
                  <a:pt x="136906" y="66294"/>
                </a:moveTo>
                <a:lnTo>
                  <a:pt x="136258" y="62357"/>
                </a:lnTo>
                <a:lnTo>
                  <a:pt x="136144" y="61595"/>
                </a:lnTo>
                <a:lnTo>
                  <a:pt x="133350" y="52959"/>
                </a:lnTo>
                <a:lnTo>
                  <a:pt x="131064" y="49149"/>
                </a:lnTo>
                <a:lnTo>
                  <a:pt x="128257" y="46228"/>
                </a:lnTo>
                <a:lnTo>
                  <a:pt x="128016" y="45974"/>
                </a:lnTo>
                <a:lnTo>
                  <a:pt x="125095" y="42672"/>
                </a:lnTo>
                <a:lnTo>
                  <a:pt x="121348" y="40259"/>
                </a:lnTo>
                <a:lnTo>
                  <a:pt x="121285" y="62357"/>
                </a:lnTo>
                <a:lnTo>
                  <a:pt x="121259" y="63627"/>
                </a:lnTo>
                <a:lnTo>
                  <a:pt x="121158" y="69596"/>
                </a:lnTo>
                <a:lnTo>
                  <a:pt x="74549" y="69596"/>
                </a:lnTo>
                <a:lnTo>
                  <a:pt x="74676" y="66548"/>
                </a:lnTo>
                <a:lnTo>
                  <a:pt x="75184" y="63627"/>
                </a:lnTo>
                <a:lnTo>
                  <a:pt x="76327" y="60706"/>
                </a:lnTo>
                <a:lnTo>
                  <a:pt x="77343" y="57912"/>
                </a:lnTo>
                <a:lnTo>
                  <a:pt x="94615" y="46228"/>
                </a:lnTo>
                <a:lnTo>
                  <a:pt x="106045" y="46228"/>
                </a:lnTo>
                <a:lnTo>
                  <a:pt x="111760" y="48260"/>
                </a:lnTo>
                <a:lnTo>
                  <a:pt x="115697" y="52451"/>
                </a:lnTo>
                <a:lnTo>
                  <a:pt x="119507" y="56642"/>
                </a:lnTo>
                <a:lnTo>
                  <a:pt x="121285" y="62357"/>
                </a:lnTo>
                <a:lnTo>
                  <a:pt x="121285" y="40233"/>
                </a:lnTo>
                <a:lnTo>
                  <a:pt x="116763" y="38354"/>
                </a:lnTo>
                <a:lnTo>
                  <a:pt x="111760" y="36322"/>
                </a:lnTo>
                <a:lnTo>
                  <a:pt x="106045" y="35433"/>
                </a:lnTo>
                <a:lnTo>
                  <a:pt x="92964" y="35433"/>
                </a:lnTo>
                <a:lnTo>
                  <a:pt x="87376" y="36322"/>
                </a:lnTo>
                <a:lnTo>
                  <a:pt x="82296" y="38354"/>
                </a:lnTo>
                <a:lnTo>
                  <a:pt x="77216" y="40259"/>
                </a:lnTo>
                <a:lnTo>
                  <a:pt x="58293" y="70866"/>
                </a:lnTo>
                <a:lnTo>
                  <a:pt x="58293" y="84201"/>
                </a:lnTo>
                <a:lnTo>
                  <a:pt x="69215" y="108204"/>
                </a:lnTo>
                <a:lnTo>
                  <a:pt x="72504" y="111379"/>
                </a:lnTo>
                <a:lnTo>
                  <a:pt x="72986" y="111760"/>
                </a:lnTo>
                <a:lnTo>
                  <a:pt x="77216" y="114173"/>
                </a:lnTo>
                <a:lnTo>
                  <a:pt x="87757" y="117729"/>
                </a:lnTo>
                <a:lnTo>
                  <a:pt x="93980" y="118618"/>
                </a:lnTo>
                <a:lnTo>
                  <a:pt x="105029" y="118618"/>
                </a:lnTo>
                <a:lnTo>
                  <a:pt x="131953" y="112014"/>
                </a:lnTo>
                <a:lnTo>
                  <a:pt x="132334" y="111760"/>
                </a:lnTo>
                <a:lnTo>
                  <a:pt x="132461" y="111379"/>
                </a:lnTo>
                <a:lnTo>
                  <a:pt x="132715" y="111125"/>
                </a:lnTo>
                <a:lnTo>
                  <a:pt x="132842" y="110744"/>
                </a:lnTo>
                <a:lnTo>
                  <a:pt x="132969" y="110236"/>
                </a:lnTo>
                <a:lnTo>
                  <a:pt x="133096" y="109347"/>
                </a:lnTo>
                <a:lnTo>
                  <a:pt x="133223" y="108839"/>
                </a:lnTo>
                <a:lnTo>
                  <a:pt x="133223" y="107315"/>
                </a:lnTo>
                <a:lnTo>
                  <a:pt x="133108" y="103759"/>
                </a:lnTo>
                <a:lnTo>
                  <a:pt x="132969" y="103124"/>
                </a:lnTo>
                <a:lnTo>
                  <a:pt x="132715" y="102743"/>
                </a:lnTo>
                <a:lnTo>
                  <a:pt x="132588" y="102362"/>
                </a:lnTo>
                <a:lnTo>
                  <a:pt x="131813" y="101854"/>
                </a:lnTo>
                <a:lnTo>
                  <a:pt x="131953" y="101854"/>
                </a:lnTo>
                <a:lnTo>
                  <a:pt x="131191" y="101600"/>
                </a:lnTo>
                <a:lnTo>
                  <a:pt x="129921" y="101600"/>
                </a:lnTo>
                <a:lnTo>
                  <a:pt x="128778" y="101854"/>
                </a:lnTo>
                <a:lnTo>
                  <a:pt x="127381" y="102489"/>
                </a:lnTo>
                <a:lnTo>
                  <a:pt x="125539" y="103124"/>
                </a:lnTo>
                <a:lnTo>
                  <a:pt x="123952" y="103759"/>
                </a:lnTo>
                <a:lnTo>
                  <a:pt x="121666" y="104394"/>
                </a:lnTo>
                <a:lnTo>
                  <a:pt x="119253" y="105156"/>
                </a:lnTo>
                <a:lnTo>
                  <a:pt x="116586" y="105791"/>
                </a:lnTo>
                <a:lnTo>
                  <a:pt x="110109" y="107061"/>
                </a:lnTo>
                <a:lnTo>
                  <a:pt x="106553" y="107315"/>
                </a:lnTo>
                <a:lnTo>
                  <a:pt x="97282" y="107315"/>
                </a:lnTo>
                <a:lnTo>
                  <a:pt x="75946" y="91186"/>
                </a:lnTo>
                <a:lnTo>
                  <a:pt x="74930" y="87757"/>
                </a:lnTo>
                <a:lnTo>
                  <a:pt x="74574" y="84201"/>
                </a:lnTo>
                <a:lnTo>
                  <a:pt x="74549" y="79756"/>
                </a:lnTo>
                <a:lnTo>
                  <a:pt x="132461" y="79756"/>
                </a:lnTo>
                <a:lnTo>
                  <a:pt x="133858" y="79375"/>
                </a:lnTo>
                <a:lnTo>
                  <a:pt x="135001" y="78359"/>
                </a:lnTo>
                <a:lnTo>
                  <a:pt x="136271" y="77470"/>
                </a:lnTo>
                <a:lnTo>
                  <a:pt x="136906" y="75946"/>
                </a:lnTo>
                <a:lnTo>
                  <a:pt x="136906" y="69596"/>
                </a:lnTo>
                <a:lnTo>
                  <a:pt x="136906" y="66294"/>
                </a:lnTo>
                <a:close/>
              </a:path>
              <a:path w="335914" h="118745">
                <a:moveTo>
                  <a:pt x="224409" y="80391"/>
                </a:moveTo>
                <a:lnTo>
                  <a:pt x="220446" y="46609"/>
                </a:lnTo>
                <a:lnTo>
                  <a:pt x="219456" y="45085"/>
                </a:lnTo>
                <a:lnTo>
                  <a:pt x="196850" y="35433"/>
                </a:lnTo>
                <a:lnTo>
                  <a:pt x="187325" y="35433"/>
                </a:lnTo>
                <a:lnTo>
                  <a:pt x="184150" y="35687"/>
                </a:lnTo>
                <a:lnTo>
                  <a:pt x="177673" y="36703"/>
                </a:lnTo>
                <a:lnTo>
                  <a:pt x="174625" y="37465"/>
                </a:lnTo>
                <a:lnTo>
                  <a:pt x="171958" y="38227"/>
                </a:lnTo>
                <a:lnTo>
                  <a:pt x="169164" y="38989"/>
                </a:lnTo>
                <a:lnTo>
                  <a:pt x="166751" y="39878"/>
                </a:lnTo>
                <a:lnTo>
                  <a:pt x="164719" y="40894"/>
                </a:lnTo>
                <a:lnTo>
                  <a:pt x="162560" y="41910"/>
                </a:lnTo>
                <a:lnTo>
                  <a:pt x="158623" y="45847"/>
                </a:lnTo>
                <a:lnTo>
                  <a:pt x="158623" y="52070"/>
                </a:lnTo>
                <a:lnTo>
                  <a:pt x="158775" y="52451"/>
                </a:lnTo>
                <a:lnTo>
                  <a:pt x="158877" y="52705"/>
                </a:lnTo>
                <a:lnTo>
                  <a:pt x="159131" y="53086"/>
                </a:lnTo>
                <a:lnTo>
                  <a:pt x="159385" y="53594"/>
                </a:lnTo>
                <a:lnTo>
                  <a:pt x="159766" y="53975"/>
                </a:lnTo>
                <a:lnTo>
                  <a:pt x="160147" y="54102"/>
                </a:lnTo>
                <a:lnTo>
                  <a:pt x="160528" y="54356"/>
                </a:lnTo>
                <a:lnTo>
                  <a:pt x="160909" y="54483"/>
                </a:lnTo>
                <a:lnTo>
                  <a:pt x="162179" y="54483"/>
                </a:lnTo>
                <a:lnTo>
                  <a:pt x="163449" y="54102"/>
                </a:lnTo>
                <a:lnTo>
                  <a:pt x="164973" y="53213"/>
                </a:lnTo>
                <a:lnTo>
                  <a:pt x="166497" y="52451"/>
                </a:lnTo>
                <a:lnTo>
                  <a:pt x="168402" y="51562"/>
                </a:lnTo>
                <a:lnTo>
                  <a:pt x="170688" y="50546"/>
                </a:lnTo>
                <a:lnTo>
                  <a:pt x="173101" y="49657"/>
                </a:lnTo>
                <a:lnTo>
                  <a:pt x="175768" y="48641"/>
                </a:lnTo>
                <a:lnTo>
                  <a:pt x="181864" y="47117"/>
                </a:lnTo>
                <a:lnTo>
                  <a:pt x="185293" y="46609"/>
                </a:lnTo>
                <a:lnTo>
                  <a:pt x="192786" y="46609"/>
                </a:lnTo>
                <a:lnTo>
                  <a:pt x="196837" y="47117"/>
                </a:lnTo>
                <a:lnTo>
                  <a:pt x="196253" y="47117"/>
                </a:lnTo>
                <a:lnTo>
                  <a:pt x="198374" y="47752"/>
                </a:lnTo>
                <a:lnTo>
                  <a:pt x="201180" y="48641"/>
                </a:lnTo>
                <a:lnTo>
                  <a:pt x="201002" y="48641"/>
                </a:lnTo>
                <a:lnTo>
                  <a:pt x="202819" y="49657"/>
                </a:lnTo>
                <a:lnTo>
                  <a:pt x="205867" y="52705"/>
                </a:lnTo>
                <a:lnTo>
                  <a:pt x="206921" y="54356"/>
                </a:lnTo>
                <a:lnTo>
                  <a:pt x="207010" y="54483"/>
                </a:lnTo>
                <a:lnTo>
                  <a:pt x="207772" y="56769"/>
                </a:lnTo>
                <a:lnTo>
                  <a:pt x="208407" y="59055"/>
                </a:lnTo>
                <a:lnTo>
                  <a:pt x="208788" y="61595"/>
                </a:lnTo>
                <a:lnTo>
                  <a:pt x="208788" y="70358"/>
                </a:lnTo>
                <a:lnTo>
                  <a:pt x="208788" y="80391"/>
                </a:lnTo>
                <a:lnTo>
                  <a:pt x="208788" y="96393"/>
                </a:lnTo>
                <a:lnTo>
                  <a:pt x="204978" y="100203"/>
                </a:lnTo>
                <a:lnTo>
                  <a:pt x="201295" y="103124"/>
                </a:lnTo>
                <a:lnTo>
                  <a:pt x="197739" y="104902"/>
                </a:lnTo>
                <a:lnTo>
                  <a:pt x="194183" y="106807"/>
                </a:lnTo>
                <a:lnTo>
                  <a:pt x="190373" y="107696"/>
                </a:lnTo>
                <a:lnTo>
                  <a:pt x="181229" y="107696"/>
                </a:lnTo>
                <a:lnTo>
                  <a:pt x="177292" y="106553"/>
                </a:lnTo>
                <a:lnTo>
                  <a:pt x="171577" y="101854"/>
                </a:lnTo>
                <a:lnTo>
                  <a:pt x="170180" y="98806"/>
                </a:lnTo>
                <a:lnTo>
                  <a:pt x="170180" y="92583"/>
                </a:lnTo>
                <a:lnTo>
                  <a:pt x="191135" y="80391"/>
                </a:lnTo>
                <a:lnTo>
                  <a:pt x="208788" y="80391"/>
                </a:lnTo>
                <a:lnTo>
                  <a:pt x="208788" y="70358"/>
                </a:lnTo>
                <a:lnTo>
                  <a:pt x="190373" y="70358"/>
                </a:lnTo>
                <a:lnTo>
                  <a:pt x="184404" y="70866"/>
                </a:lnTo>
                <a:lnTo>
                  <a:pt x="157099" y="84455"/>
                </a:lnTo>
                <a:lnTo>
                  <a:pt x="155194" y="87503"/>
                </a:lnTo>
                <a:lnTo>
                  <a:pt x="154178" y="91313"/>
                </a:lnTo>
                <a:lnTo>
                  <a:pt x="154178" y="99187"/>
                </a:lnTo>
                <a:lnTo>
                  <a:pt x="154711" y="101854"/>
                </a:lnTo>
                <a:lnTo>
                  <a:pt x="154813" y="102362"/>
                </a:lnTo>
                <a:lnTo>
                  <a:pt x="156337" y="105283"/>
                </a:lnTo>
                <a:lnTo>
                  <a:pt x="157734" y="108077"/>
                </a:lnTo>
                <a:lnTo>
                  <a:pt x="159766" y="110490"/>
                </a:lnTo>
                <a:lnTo>
                  <a:pt x="162306" y="112522"/>
                </a:lnTo>
                <a:lnTo>
                  <a:pt x="164846" y="114427"/>
                </a:lnTo>
                <a:lnTo>
                  <a:pt x="168135" y="116078"/>
                </a:lnTo>
                <a:lnTo>
                  <a:pt x="168351" y="116078"/>
                </a:lnTo>
                <a:lnTo>
                  <a:pt x="175260" y="117983"/>
                </a:lnTo>
                <a:lnTo>
                  <a:pt x="179324" y="118618"/>
                </a:lnTo>
                <a:lnTo>
                  <a:pt x="188976" y="118618"/>
                </a:lnTo>
                <a:lnTo>
                  <a:pt x="193802" y="117602"/>
                </a:lnTo>
                <a:lnTo>
                  <a:pt x="198374" y="115570"/>
                </a:lnTo>
                <a:lnTo>
                  <a:pt x="202946" y="113665"/>
                </a:lnTo>
                <a:lnTo>
                  <a:pt x="207137" y="110871"/>
                </a:lnTo>
                <a:lnTo>
                  <a:pt x="210540" y="107696"/>
                </a:lnTo>
                <a:lnTo>
                  <a:pt x="210820" y="107442"/>
                </a:lnTo>
                <a:lnTo>
                  <a:pt x="210820" y="115570"/>
                </a:lnTo>
                <a:lnTo>
                  <a:pt x="211074" y="116078"/>
                </a:lnTo>
                <a:lnTo>
                  <a:pt x="211582" y="116459"/>
                </a:lnTo>
                <a:lnTo>
                  <a:pt x="211963" y="116840"/>
                </a:lnTo>
                <a:lnTo>
                  <a:pt x="212725" y="117094"/>
                </a:lnTo>
                <a:lnTo>
                  <a:pt x="222377" y="117094"/>
                </a:lnTo>
                <a:lnTo>
                  <a:pt x="223139" y="116840"/>
                </a:lnTo>
                <a:lnTo>
                  <a:pt x="224155" y="116078"/>
                </a:lnTo>
                <a:lnTo>
                  <a:pt x="224409" y="115570"/>
                </a:lnTo>
                <a:lnTo>
                  <a:pt x="224409" y="107442"/>
                </a:lnTo>
                <a:lnTo>
                  <a:pt x="224409" y="80391"/>
                </a:lnTo>
                <a:close/>
              </a:path>
              <a:path w="335914" h="118745">
                <a:moveTo>
                  <a:pt x="268478" y="1651"/>
                </a:moveTo>
                <a:lnTo>
                  <a:pt x="268224" y="1397"/>
                </a:lnTo>
                <a:lnTo>
                  <a:pt x="267970" y="1016"/>
                </a:lnTo>
                <a:lnTo>
                  <a:pt x="267589" y="762"/>
                </a:lnTo>
                <a:lnTo>
                  <a:pt x="266954" y="508"/>
                </a:lnTo>
                <a:lnTo>
                  <a:pt x="266446" y="254"/>
                </a:lnTo>
                <a:lnTo>
                  <a:pt x="264541" y="0"/>
                </a:lnTo>
                <a:lnTo>
                  <a:pt x="256921" y="0"/>
                </a:lnTo>
                <a:lnTo>
                  <a:pt x="254889" y="254"/>
                </a:lnTo>
                <a:lnTo>
                  <a:pt x="255143" y="254"/>
                </a:lnTo>
                <a:lnTo>
                  <a:pt x="253873" y="762"/>
                </a:lnTo>
                <a:lnTo>
                  <a:pt x="253492" y="1016"/>
                </a:lnTo>
                <a:lnTo>
                  <a:pt x="253238" y="1397"/>
                </a:lnTo>
                <a:lnTo>
                  <a:pt x="252984" y="1651"/>
                </a:lnTo>
                <a:lnTo>
                  <a:pt x="252984" y="115697"/>
                </a:lnTo>
                <a:lnTo>
                  <a:pt x="253238" y="115951"/>
                </a:lnTo>
                <a:lnTo>
                  <a:pt x="253492" y="116332"/>
                </a:lnTo>
                <a:lnTo>
                  <a:pt x="253873" y="116586"/>
                </a:lnTo>
                <a:lnTo>
                  <a:pt x="254812" y="116967"/>
                </a:lnTo>
                <a:lnTo>
                  <a:pt x="255143" y="116967"/>
                </a:lnTo>
                <a:lnTo>
                  <a:pt x="255905" y="117221"/>
                </a:lnTo>
                <a:lnTo>
                  <a:pt x="265557" y="117221"/>
                </a:lnTo>
                <a:lnTo>
                  <a:pt x="266484" y="116967"/>
                </a:lnTo>
                <a:lnTo>
                  <a:pt x="266636" y="116967"/>
                </a:lnTo>
                <a:lnTo>
                  <a:pt x="267589" y="116586"/>
                </a:lnTo>
                <a:lnTo>
                  <a:pt x="267970" y="116332"/>
                </a:lnTo>
                <a:lnTo>
                  <a:pt x="268224" y="115951"/>
                </a:lnTo>
                <a:lnTo>
                  <a:pt x="268478" y="115697"/>
                </a:lnTo>
                <a:lnTo>
                  <a:pt x="268478" y="1651"/>
                </a:lnTo>
                <a:close/>
              </a:path>
              <a:path w="335914" h="118745">
                <a:moveTo>
                  <a:pt x="335534" y="72517"/>
                </a:moveTo>
                <a:lnTo>
                  <a:pt x="335407" y="71755"/>
                </a:lnTo>
                <a:lnTo>
                  <a:pt x="335153" y="71120"/>
                </a:lnTo>
                <a:lnTo>
                  <a:pt x="335026" y="70485"/>
                </a:lnTo>
                <a:lnTo>
                  <a:pt x="334645" y="69977"/>
                </a:lnTo>
                <a:lnTo>
                  <a:pt x="334391" y="69469"/>
                </a:lnTo>
                <a:lnTo>
                  <a:pt x="334010" y="69215"/>
                </a:lnTo>
                <a:lnTo>
                  <a:pt x="333629" y="69088"/>
                </a:lnTo>
                <a:lnTo>
                  <a:pt x="333248" y="68834"/>
                </a:lnTo>
                <a:lnTo>
                  <a:pt x="291465" y="68834"/>
                </a:lnTo>
                <a:lnTo>
                  <a:pt x="290576" y="69215"/>
                </a:lnTo>
                <a:lnTo>
                  <a:pt x="289433" y="70866"/>
                </a:lnTo>
                <a:lnTo>
                  <a:pt x="289179" y="72390"/>
                </a:lnTo>
                <a:lnTo>
                  <a:pt x="289179" y="76581"/>
                </a:lnTo>
                <a:lnTo>
                  <a:pt x="289433" y="78105"/>
                </a:lnTo>
                <a:lnTo>
                  <a:pt x="289941" y="78994"/>
                </a:lnTo>
                <a:lnTo>
                  <a:pt x="290576" y="79883"/>
                </a:lnTo>
                <a:lnTo>
                  <a:pt x="291465" y="80264"/>
                </a:lnTo>
                <a:lnTo>
                  <a:pt x="333375" y="80264"/>
                </a:lnTo>
                <a:lnTo>
                  <a:pt x="334137" y="79883"/>
                </a:lnTo>
                <a:lnTo>
                  <a:pt x="335280" y="78232"/>
                </a:lnTo>
                <a:lnTo>
                  <a:pt x="335534" y="76708"/>
                </a:lnTo>
                <a:lnTo>
                  <a:pt x="335534" y="74549"/>
                </a:lnTo>
                <a:lnTo>
                  <a:pt x="335534" y="72517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5574" y="4150233"/>
            <a:ext cx="430898" cy="11861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05750" y="4185665"/>
            <a:ext cx="1086269" cy="1118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56408" y="4149597"/>
            <a:ext cx="625602" cy="14795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946526" y="4155566"/>
            <a:ext cx="442468" cy="14236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43351" y="4149344"/>
            <a:ext cx="638810" cy="11950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152265" y="4150233"/>
            <a:ext cx="486663" cy="118618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4709414" y="4213478"/>
            <a:ext cx="146685" cy="12700"/>
          </a:xfrm>
          <a:custGeom>
            <a:avLst/>
            <a:gdLst/>
            <a:ahLst/>
            <a:cxnLst/>
            <a:rect l="l" t="t" r="r" b="b"/>
            <a:pathLst>
              <a:path w="146685" h="12700">
                <a:moveTo>
                  <a:pt x="144145" y="0"/>
                </a:moveTo>
                <a:lnTo>
                  <a:pt x="2666" y="0"/>
                </a:lnTo>
                <a:lnTo>
                  <a:pt x="1650" y="508"/>
                </a:lnTo>
                <a:lnTo>
                  <a:pt x="381" y="2413"/>
                </a:lnTo>
                <a:lnTo>
                  <a:pt x="0" y="3937"/>
                </a:lnTo>
                <a:lnTo>
                  <a:pt x="0" y="8382"/>
                </a:lnTo>
                <a:lnTo>
                  <a:pt x="381" y="10033"/>
                </a:lnTo>
                <a:lnTo>
                  <a:pt x="1905" y="11811"/>
                </a:lnTo>
                <a:lnTo>
                  <a:pt x="2794" y="12319"/>
                </a:lnTo>
                <a:lnTo>
                  <a:pt x="144018" y="12319"/>
                </a:lnTo>
                <a:lnTo>
                  <a:pt x="144780" y="11811"/>
                </a:lnTo>
                <a:lnTo>
                  <a:pt x="146303" y="10033"/>
                </a:lnTo>
                <a:lnTo>
                  <a:pt x="146558" y="8382"/>
                </a:lnTo>
                <a:lnTo>
                  <a:pt x="146558" y="6096"/>
                </a:lnTo>
                <a:lnTo>
                  <a:pt x="146558" y="3937"/>
                </a:lnTo>
                <a:lnTo>
                  <a:pt x="146303" y="2413"/>
                </a:lnTo>
                <a:lnTo>
                  <a:pt x="144907" y="508"/>
                </a:lnTo>
                <a:lnTo>
                  <a:pt x="144145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930902" y="4149597"/>
            <a:ext cx="816212" cy="14795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22441" y="4150233"/>
            <a:ext cx="399923" cy="11861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289928" y="4155566"/>
            <a:ext cx="130048" cy="113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746" y="0"/>
                </a:moveTo>
                <a:lnTo>
                  <a:pt x="0" y="0"/>
                </a:lnTo>
                <a:lnTo>
                  <a:pt x="0" y="6438264"/>
                </a:lnTo>
                <a:lnTo>
                  <a:pt x="11429746" y="6438264"/>
                </a:lnTo>
                <a:lnTo>
                  <a:pt x="11429746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4407280" cy="6424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134" y="571436"/>
            <a:ext cx="1133475" cy="266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741" y="1018539"/>
            <a:ext cx="1794383" cy="2938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7205" y="1018539"/>
            <a:ext cx="1058164" cy="2938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4908" y="1018539"/>
            <a:ext cx="1134618" cy="2938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11385" y="1038986"/>
            <a:ext cx="1053973" cy="27343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888865" y="1571751"/>
            <a:ext cx="986790" cy="364490"/>
          </a:xfrm>
          <a:custGeom>
            <a:avLst/>
            <a:gdLst/>
            <a:ahLst/>
            <a:cxnLst/>
            <a:rect l="l" t="t" r="r" b="b"/>
            <a:pathLst>
              <a:path w="986789" h="364489">
                <a:moveTo>
                  <a:pt x="152273" y="65024"/>
                </a:moveTo>
                <a:lnTo>
                  <a:pt x="88137" y="65024"/>
                </a:lnTo>
                <a:lnTo>
                  <a:pt x="88137" y="282956"/>
                </a:lnTo>
                <a:lnTo>
                  <a:pt x="114046" y="290322"/>
                </a:lnTo>
                <a:lnTo>
                  <a:pt x="126364" y="290322"/>
                </a:lnTo>
                <a:lnTo>
                  <a:pt x="152273" y="282956"/>
                </a:lnTo>
                <a:lnTo>
                  <a:pt x="152273" y="65024"/>
                </a:lnTo>
                <a:close/>
              </a:path>
              <a:path w="986789" h="364489">
                <a:moveTo>
                  <a:pt x="232410" y="20447"/>
                </a:moveTo>
                <a:lnTo>
                  <a:pt x="7874" y="20447"/>
                </a:lnTo>
                <a:lnTo>
                  <a:pt x="6476" y="20827"/>
                </a:lnTo>
                <a:lnTo>
                  <a:pt x="0" y="38608"/>
                </a:lnTo>
                <a:lnTo>
                  <a:pt x="0" y="46862"/>
                </a:lnTo>
                <a:lnTo>
                  <a:pt x="5334" y="63754"/>
                </a:lnTo>
                <a:lnTo>
                  <a:pt x="6476" y="64643"/>
                </a:lnTo>
                <a:lnTo>
                  <a:pt x="7874" y="65024"/>
                </a:lnTo>
                <a:lnTo>
                  <a:pt x="232410" y="65024"/>
                </a:lnTo>
                <a:lnTo>
                  <a:pt x="233807" y="64643"/>
                </a:lnTo>
                <a:lnTo>
                  <a:pt x="234950" y="63754"/>
                </a:lnTo>
                <a:lnTo>
                  <a:pt x="236220" y="62992"/>
                </a:lnTo>
                <a:lnTo>
                  <a:pt x="237236" y="61722"/>
                </a:lnTo>
                <a:lnTo>
                  <a:pt x="237998" y="59944"/>
                </a:lnTo>
                <a:lnTo>
                  <a:pt x="238887" y="58166"/>
                </a:lnTo>
                <a:lnTo>
                  <a:pt x="239522" y="55880"/>
                </a:lnTo>
                <a:lnTo>
                  <a:pt x="240284" y="50292"/>
                </a:lnTo>
                <a:lnTo>
                  <a:pt x="240284" y="35179"/>
                </a:lnTo>
                <a:lnTo>
                  <a:pt x="239522" y="29337"/>
                </a:lnTo>
                <a:lnTo>
                  <a:pt x="238887" y="27050"/>
                </a:lnTo>
                <a:lnTo>
                  <a:pt x="237998" y="25273"/>
                </a:lnTo>
                <a:lnTo>
                  <a:pt x="237236" y="23495"/>
                </a:lnTo>
                <a:lnTo>
                  <a:pt x="236220" y="22351"/>
                </a:lnTo>
                <a:lnTo>
                  <a:pt x="234950" y="21589"/>
                </a:lnTo>
                <a:lnTo>
                  <a:pt x="233807" y="20827"/>
                </a:lnTo>
                <a:lnTo>
                  <a:pt x="232410" y="20447"/>
                </a:lnTo>
                <a:close/>
              </a:path>
              <a:path w="986789" h="364489">
                <a:moveTo>
                  <a:pt x="309625" y="0"/>
                </a:moveTo>
                <a:lnTo>
                  <a:pt x="297688" y="0"/>
                </a:lnTo>
                <a:lnTo>
                  <a:pt x="292735" y="254"/>
                </a:lnTo>
                <a:lnTo>
                  <a:pt x="288798" y="635"/>
                </a:lnTo>
                <a:lnTo>
                  <a:pt x="284988" y="1143"/>
                </a:lnTo>
                <a:lnTo>
                  <a:pt x="281813" y="1650"/>
                </a:lnTo>
                <a:lnTo>
                  <a:pt x="279526" y="2412"/>
                </a:lnTo>
                <a:lnTo>
                  <a:pt x="277113" y="3175"/>
                </a:lnTo>
                <a:lnTo>
                  <a:pt x="275463" y="4191"/>
                </a:lnTo>
                <a:lnTo>
                  <a:pt x="274447" y="5207"/>
                </a:lnTo>
                <a:lnTo>
                  <a:pt x="273558" y="6350"/>
                </a:lnTo>
                <a:lnTo>
                  <a:pt x="273050" y="7620"/>
                </a:lnTo>
                <a:lnTo>
                  <a:pt x="273050" y="283337"/>
                </a:lnTo>
                <a:lnTo>
                  <a:pt x="279526" y="288163"/>
                </a:lnTo>
                <a:lnTo>
                  <a:pt x="281813" y="288925"/>
                </a:lnTo>
                <a:lnTo>
                  <a:pt x="284988" y="289433"/>
                </a:lnTo>
                <a:lnTo>
                  <a:pt x="288798" y="289813"/>
                </a:lnTo>
                <a:lnTo>
                  <a:pt x="292735" y="290068"/>
                </a:lnTo>
                <a:lnTo>
                  <a:pt x="297688" y="290322"/>
                </a:lnTo>
                <a:lnTo>
                  <a:pt x="309625" y="290322"/>
                </a:lnTo>
                <a:lnTo>
                  <a:pt x="327787" y="288163"/>
                </a:lnTo>
                <a:lnTo>
                  <a:pt x="330200" y="287527"/>
                </a:lnTo>
                <a:lnTo>
                  <a:pt x="331850" y="286638"/>
                </a:lnTo>
                <a:lnTo>
                  <a:pt x="332867" y="285623"/>
                </a:lnTo>
                <a:lnTo>
                  <a:pt x="333756" y="284607"/>
                </a:lnTo>
                <a:lnTo>
                  <a:pt x="334263" y="283337"/>
                </a:lnTo>
                <a:lnTo>
                  <a:pt x="334263" y="158876"/>
                </a:lnTo>
                <a:lnTo>
                  <a:pt x="340669" y="152330"/>
                </a:lnTo>
                <a:lnTo>
                  <a:pt x="374776" y="130429"/>
                </a:lnTo>
                <a:lnTo>
                  <a:pt x="474821" y="130429"/>
                </a:lnTo>
                <a:lnTo>
                  <a:pt x="473461" y="126474"/>
                </a:lnTo>
                <a:lnTo>
                  <a:pt x="470423" y="119935"/>
                </a:lnTo>
                <a:lnTo>
                  <a:pt x="466742" y="113849"/>
                </a:lnTo>
                <a:lnTo>
                  <a:pt x="464845" y="111379"/>
                </a:lnTo>
                <a:lnTo>
                  <a:pt x="334263" y="111379"/>
                </a:lnTo>
                <a:lnTo>
                  <a:pt x="334263" y="7620"/>
                </a:lnTo>
                <a:lnTo>
                  <a:pt x="327787" y="2412"/>
                </a:lnTo>
                <a:lnTo>
                  <a:pt x="325500" y="1650"/>
                </a:lnTo>
                <a:lnTo>
                  <a:pt x="322325" y="1143"/>
                </a:lnTo>
                <a:lnTo>
                  <a:pt x="318515" y="635"/>
                </a:lnTo>
                <a:lnTo>
                  <a:pt x="314579" y="254"/>
                </a:lnTo>
                <a:lnTo>
                  <a:pt x="309625" y="0"/>
                </a:lnTo>
                <a:close/>
              </a:path>
              <a:path w="986789" h="364489">
                <a:moveTo>
                  <a:pt x="474821" y="130429"/>
                </a:moveTo>
                <a:lnTo>
                  <a:pt x="388747" y="130429"/>
                </a:lnTo>
                <a:lnTo>
                  <a:pt x="394081" y="131445"/>
                </a:lnTo>
                <a:lnTo>
                  <a:pt x="398780" y="133476"/>
                </a:lnTo>
                <a:lnTo>
                  <a:pt x="416687" y="155194"/>
                </a:lnTo>
                <a:lnTo>
                  <a:pt x="418211" y="160274"/>
                </a:lnTo>
                <a:lnTo>
                  <a:pt x="419100" y="167259"/>
                </a:lnTo>
                <a:lnTo>
                  <a:pt x="419100" y="283337"/>
                </a:lnTo>
                <a:lnTo>
                  <a:pt x="419481" y="284607"/>
                </a:lnTo>
                <a:lnTo>
                  <a:pt x="421513" y="286638"/>
                </a:lnTo>
                <a:lnTo>
                  <a:pt x="423037" y="287527"/>
                </a:lnTo>
                <a:lnTo>
                  <a:pt x="425323" y="288163"/>
                </a:lnTo>
                <a:lnTo>
                  <a:pt x="427609" y="288925"/>
                </a:lnTo>
                <a:lnTo>
                  <a:pt x="430784" y="289433"/>
                </a:lnTo>
                <a:lnTo>
                  <a:pt x="434721" y="289813"/>
                </a:lnTo>
                <a:lnTo>
                  <a:pt x="438658" y="290068"/>
                </a:lnTo>
                <a:lnTo>
                  <a:pt x="443611" y="290322"/>
                </a:lnTo>
                <a:lnTo>
                  <a:pt x="455422" y="290322"/>
                </a:lnTo>
                <a:lnTo>
                  <a:pt x="473710" y="288163"/>
                </a:lnTo>
                <a:lnTo>
                  <a:pt x="475996" y="287527"/>
                </a:lnTo>
                <a:lnTo>
                  <a:pt x="477520" y="286638"/>
                </a:lnTo>
                <a:lnTo>
                  <a:pt x="479551" y="284607"/>
                </a:lnTo>
                <a:lnTo>
                  <a:pt x="480060" y="283337"/>
                </a:lnTo>
                <a:lnTo>
                  <a:pt x="480029" y="167259"/>
                </a:lnTo>
                <a:lnTo>
                  <a:pt x="475869" y="133476"/>
                </a:lnTo>
                <a:lnTo>
                  <a:pt x="474821" y="130429"/>
                </a:lnTo>
                <a:close/>
              </a:path>
              <a:path w="986789" h="364489">
                <a:moveTo>
                  <a:pt x="400558" y="84962"/>
                </a:moveTo>
                <a:lnTo>
                  <a:pt x="358249" y="95234"/>
                </a:lnTo>
                <a:lnTo>
                  <a:pt x="334263" y="111379"/>
                </a:lnTo>
                <a:lnTo>
                  <a:pt x="464845" y="111379"/>
                </a:lnTo>
                <a:lnTo>
                  <a:pt x="429847" y="88445"/>
                </a:lnTo>
                <a:lnTo>
                  <a:pt x="421378" y="86598"/>
                </a:lnTo>
                <a:lnTo>
                  <a:pt x="421745" y="86598"/>
                </a:lnTo>
                <a:lnTo>
                  <a:pt x="411379" y="85369"/>
                </a:lnTo>
                <a:lnTo>
                  <a:pt x="411838" y="85369"/>
                </a:lnTo>
                <a:lnTo>
                  <a:pt x="400558" y="84962"/>
                </a:lnTo>
                <a:close/>
              </a:path>
              <a:path w="986789" h="364489">
                <a:moveTo>
                  <a:pt x="637667" y="84962"/>
                </a:moveTo>
                <a:lnTo>
                  <a:pt x="591312" y="92201"/>
                </a:lnTo>
                <a:lnTo>
                  <a:pt x="556513" y="113284"/>
                </a:lnTo>
                <a:lnTo>
                  <a:pt x="534670" y="146938"/>
                </a:lnTo>
                <a:lnTo>
                  <a:pt x="531441" y="156892"/>
                </a:lnTo>
                <a:lnTo>
                  <a:pt x="531356" y="157154"/>
                </a:lnTo>
                <a:lnTo>
                  <a:pt x="529018" y="167989"/>
                </a:lnTo>
                <a:lnTo>
                  <a:pt x="527633" y="179443"/>
                </a:lnTo>
                <a:lnTo>
                  <a:pt x="527220" y="190373"/>
                </a:lnTo>
                <a:lnTo>
                  <a:pt x="527299" y="195072"/>
                </a:lnTo>
                <a:lnTo>
                  <a:pt x="527509" y="201168"/>
                </a:lnTo>
                <a:lnTo>
                  <a:pt x="527609" y="204063"/>
                </a:lnTo>
                <a:lnTo>
                  <a:pt x="538360" y="245943"/>
                </a:lnTo>
                <a:lnTo>
                  <a:pt x="563770" y="274635"/>
                </a:lnTo>
                <a:lnTo>
                  <a:pt x="603638" y="290341"/>
                </a:lnTo>
                <a:lnTo>
                  <a:pt x="643001" y="293877"/>
                </a:lnTo>
                <a:lnTo>
                  <a:pt x="648276" y="293877"/>
                </a:lnTo>
                <a:lnTo>
                  <a:pt x="657201" y="293477"/>
                </a:lnTo>
                <a:lnTo>
                  <a:pt x="657736" y="293477"/>
                </a:lnTo>
                <a:lnTo>
                  <a:pt x="705358" y="286258"/>
                </a:lnTo>
                <a:lnTo>
                  <a:pt x="728726" y="272288"/>
                </a:lnTo>
                <a:lnTo>
                  <a:pt x="729107" y="270763"/>
                </a:lnTo>
                <a:lnTo>
                  <a:pt x="729361" y="268859"/>
                </a:lnTo>
                <a:lnTo>
                  <a:pt x="729742" y="262000"/>
                </a:lnTo>
                <a:lnTo>
                  <a:pt x="729690" y="254349"/>
                </a:lnTo>
                <a:lnTo>
                  <a:pt x="642949" y="254349"/>
                </a:lnTo>
                <a:lnTo>
                  <a:pt x="633920" y="253507"/>
                </a:lnTo>
                <a:lnTo>
                  <a:pt x="598297" y="236093"/>
                </a:lnTo>
                <a:lnTo>
                  <a:pt x="589280" y="210566"/>
                </a:lnTo>
                <a:lnTo>
                  <a:pt x="589280" y="202692"/>
                </a:lnTo>
                <a:lnTo>
                  <a:pt x="727075" y="202692"/>
                </a:lnTo>
                <a:lnTo>
                  <a:pt x="731647" y="201168"/>
                </a:lnTo>
                <a:lnTo>
                  <a:pt x="738251" y="195072"/>
                </a:lnTo>
                <a:lnTo>
                  <a:pt x="739901" y="190373"/>
                </a:lnTo>
                <a:lnTo>
                  <a:pt x="739901" y="175641"/>
                </a:lnTo>
                <a:lnTo>
                  <a:pt x="739653" y="169037"/>
                </a:lnTo>
                <a:lnTo>
                  <a:pt x="589280" y="169037"/>
                </a:lnTo>
                <a:lnTo>
                  <a:pt x="589661" y="162560"/>
                </a:lnTo>
                <a:lnTo>
                  <a:pt x="590674" y="157154"/>
                </a:lnTo>
                <a:lnTo>
                  <a:pt x="590723" y="156892"/>
                </a:lnTo>
                <a:lnTo>
                  <a:pt x="590804" y="156463"/>
                </a:lnTo>
                <a:lnTo>
                  <a:pt x="592836" y="150622"/>
                </a:lnTo>
                <a:lnTo>
                  <a:pt x="594868" y="144907"/>
                </a:lnTo>
                <a:lnTo>
                  <a:pt x="597788" y="139954"/>
                </a:lnTo>
                <a:lnTo>
                  <a:pt x="601599" y="135762"/>
                </a:lnTo>
                <a:lnTo>
                  <a:pt x="605314" y="131552"/>
                </a:lnTo>
                <a:lnTo>
                  <a:pt x="610108" y="128143"/>
                </a:lnTo>
                <a:lnTo>
                  <a:pt x="615950" y="125602"/>
                </a:lnTo>
                <a:lnTo>
                  <a:pt x="621664" y="123189"/>
                </a:lnTo>
                <a:lnTo>
                  <a:pt x="628396" y="121920"/>
                </a:lnTo>
                <a:lnTo>
                  <a:pt x="725093" y="121920"/>
                </a:lnTo>
                <a:lnTo>
                  <a:pt x="721683" y="117177"/>
                </a:lnTo>
                <a:lnTo>
                  <a:pt x="684149" y="91821"/>
                </a:lnTo>
                <a:lnTo>
                  <a:pt x="663402" y="86772"/>
                </a:lnTo>
                <a:lnTo>
                  <a:pt x="663806" y="86772"/>
                </a:lnTo>
                <a:lnTo>
                  <a:pt x="651012" y="85415"/>
                </a:lnTo>
                <a:lnTo>
                  <a:pt x="651516" y="85415"/>
                </a:lnTo>
                <a:lnTo>
                  <a:pt x="637667" y="84962"/>
                </a:lnTo>
                <a:close/>
              </a:path>
              <a:path w="986789" h="364489">
                <a:moveTo>
                  <a:pt x="723392" y="241681"/>
                </a:moveTo>
                <a:lnTo>
                  <a:pt x="719455" y="241681"/>
                </a:lnTo>
                <a:lnTo>
                  <a:pt x="715797" y="242443"/>
                </a:lnTo>
                <a:lnTo>
                  <a:pt x="716049" y="242443"/>
                </a:lnTo>
                <a:lnTo>
                  <a:pt x="712076" y="243839"/>
                </a:lnTo>
                <a:lnTo>
                  <a:pt x="703707" y="246507"/>
                </a:lnTo>
                <a:lnTo>
                  <a:pt x="697738" y="248031"/>
                </a:lnTo>
                <a:lnTo>
                  <a:pt x="691896" y="249682"/>
                </a:lnTo>
                <a:lnTo>
                  <a:pt x="654598" y="254349"/>
                </a:lnTo>
                <a:lnTo>
                  <a:pt x="729690" y="254349"/>
                </a:lnTo>
                <a:lnTo>
                  <a:pt x="729592" y="252398"/>
                </a:lnTo>
                <a:lnTo>
                  <a:pt x="729445" y="251079"/>
                </a:lnTo>
                <a:lnTo>
                  <a:pt x="729417" y="250825"/>
                </a:lnTo>
                <a:lnTo>
                  <a:pt x="729290" y="249682"/>
                </a:lnTo>
                <a:lnTo>
                  <a:pt x="729163" y="248538"/>
                </a:lnTo>
                <a:lnTo>
                  <a:pt x="729107" y="248031"/>
                </a:lnTo>
                <a:lnTo>
                  <a:pt x="725551" y="242443"/>
                </a:lnTo>
                <a:lnTo>
                  <a:pt x="724662" y="241935"/>
                </a:lnTo>
                <a:lnTo>
                  <a:pt x="723392" y="241681"/>
                </a:lnTo>
                <a:close/>
              </a:path>
              <a:path w="986789" h="364489">
                <a:moveTo>
                  <a:pt x="725093" y="121920"/>
                </a:moveTo>
                <a:lnTo>
                  <a:pt x="636143" y="121920"/>
                </a:lnTo>
                <a:lnTo>
                  <a:pt x="646928" y="122705"/>
                </a:lnTo>
                <a:lnTo>
                  <a:pt x="656224" y="125063"/>
                </a:lnTo>
                <a:lnTo>
                  <a:pt x="680235" y="158656"/>
                </a:lnTo>
                <a:lnTo>
                  <a:pt x="680491" y="166094"/>
                </a:lnTo>
                <a:lnTo>
                  <a:pt x="680593" y="169037"/>
                </a:lnTo>
                <a:lnTo>
                  <a:pt x="739653" y="169037"/>
                </a:lnTo>
                <a:lnTo>
                  <a:pt x="739542" y="166094"/>
                </a:lnTo>
                <a:lnTo>
                  <a:pt x="738488" y="157154"/>
                </a:lnTo>
                <a:lnTo>
                  <a:pt x="738368" y="156463"/>
                </a:lnTo>
                <a:lnTo>
                  <a:pt x="736633" y="148048"/>
                </a:lnTo>
                <a:lnTo>
                  <a:pt x="734175" y="139954"/>
                </a:lnTo>
                <a:lnTo>
                  <a:pt x="734060" y="139573"/>
                </a:lnTo>
                <a:lnTo>
                  <a:pt x="730775" y="131552"/>
                </a:lnTo>
                <a:lnTo>
                  <a:pt x="726646" y="124078"/>
                </a:lnTo>
                <a:lnTo>
                  <a:pt x="725093" y="121920"/>
                </a:lnTo>
                <a:close/>
              </a:path>
              <a:path w="986789" h="364489">
                <a:moveTo>
                  <a:pt x="761500" y="95504"/>
                </a:moveTo>
                <a:lnTo>
                  <a:pt x="761400" y="101092"/>
                </a:lnTo>
                <a:lnTo>
                  <a:pt x="762381" y="104648"/>
                </a:lnTo>
                <a:lnTo>
                  <a:pt x="764539" y="109474"/>
                </a:lnTo>
                <a:lnTo>
                  <a:pt x="839977" y="281686"/>
                </a:lnTo>
                <a:lnTo>
                  <a:pt x="841121" y="283463"/>
                </a:lnTo>
                <a:lnTo>
                  <a:pt x="844550" y="286893"/>
                </a:lnTo>
                <a:lnTo>
                  <a:pt x="846455" y="288163"/>
                </a:lnTo>
                <a:lnTo>
                  <a:pt x="848613" y="289051"/>
                </a:lnTo>
                <a:lnTo>
                  <a:pt x="819658" y="351155"/>
                </a:lnTo>
                <a:lnTo>
                  <a:pt x="818514" y="353441"/>
                </a:lnTo>
                <a:lnTo>
                  <a:pt x="818007" y="355473"/>
                </a:lnTo>
                <a:lnTo>
                  <a:pt x="818261" y="357124"/>
                </a:lnTo>
                <a:lnTo>
                  <a:pt x="818388" y="358775"/>
                </a:lnTo>
                <a:lnTo>
                  <a:pt x="819404" y="360172"/>
                </a:lnTo>
                <a:lnTo>
                  <a:pt x="821436" y="361314"/>
                </a:lnTo>
                <a:lnTo>
                  <a:pt x="823340" y="362458"/>
                </a:lnTo>
                <a:lnTo>
                  <a:pt x="826262" y="363220"/>
                </a:lnTo>
                <a:lnTo>
                  <a:pt x="834009" y="364236"/>
                </a:lnTo>
                <a:lnTo>
                  <a:pt x="854193" y="364236"/>
                </a:lnTo>
                <a:lnTo>
                  <a:pt x="912240" y="289051"/>
                </a:lnTo>
                <a:lnTo>
                  <a:pt x="937481" y="225551"/>
                </a:lnTo>
                <a:lnTo>
                  <a:pt x="877951" y="225551"/>
                </a:lnTo>
                <a:lnTo>
                  <a:pt x="827024" y="101600"/>
                </a:lnTo>
                <a:lnTo>
                  <a:pt x="825881" y="98425"/>
                </a:lnTo>
                <a:lnTo>
                  <a:pt x="824795" y="96012"/>
                </a:lnTo>
                <a:lnTo>
                  <a:pt x="761229" y="96012"/>
                </a:lnTo>
                <a:lnTo>
                  <a:pt x="761500" y="95504"/>
                </a:lnTo>
                <a:close/>
              </a:path>
              <a:path w="986789" h="364489">
                <a:moveTo>
                  <a:pt x="962406" y="88519"/>
                </a:moveTo>
                <a:lnTo>
                  <a:pt x="946531" y="88519"/>
                </a:lnTo>
                <a:lnTo>
                  <a:pt x="940308" y="88773"/>
                </a:lnTo>
                <a:lnTo>
                  <a:pt x="936751" y="89281"/>
                </a:lnTo>
                <a:lnTo>
                  <a:pt x="933196" y="89916"/>
                </a:lnTo>
                <a:lnTo>
                  <a:pt x="930293" y="90932"/>
                </a:lnTo>
                <a:lnTo>
                  <a:pt x="930486" y="90932"/>
                </a:lnTo>
                <a:lnTo>
                  <a:pt x="927608" y="93091"/>
                </a:lnTo>
                <a:lnTo>
                  <a:pt x="926338" y="95504"/>
                </a:lnTo>
                <a:lnTo>
                  <a:pt x="925322" y="99060"/>
                </a:lnTo>
                <a:lnTo>
                  <a:pt x="878713" y="225551"/>
                </a:lnTo>
                <a:lnTo>
                  <a:pt x="937481" y="225551"/>
                </a:lnTo>
                <a:lnTo>
                  <a:pt x="984376" y="107569"/>
                </a:lnTo>
                <a:lnTo>
                  <a:pt x="985647" y="104139"/>
                </a:lnTo>
                <a:lnTo>
                  <a:pt x="986176" y="101600"/>
                </a:lnTo>
                <a:lnTo>
                  <a:pt x="986282" y="96012"/>
                </a:lnTo>
                <a:lnTo>
                  <a:pt x="985392" y="94234"/>
                </a:lnTo>
                <a:lnTo>
                  <a:pt x="985265" y="93980"/>
                </a:lnTo>
                <a:lnTo>
                  <a:pt x="982980" y="92456"/>
                </a:lnTo>
                <a:lnTo>
                  <a:pt x="980821" y="90932"/>
                </a:lnTo>
                <a:lnTo>
                  <a:pt x="977392" y="89916"/>
                </a:lnTo>
                <a:lnTo>
                  <a:pt x="972820" y="89281"/>
                </a:lnTo>
                <a:lnTo>
                  <a:pt x="968248" y="88773"/>
                </a:lnTo>
                <a:lnTo>
                  <a:pt x="962406" y="88519"/>
                </a:lnTo>
                <a:close/>
              </a:path>
              <a:path w="986789" h="364489">
                <a:moveTo>
                  <a:pt x="808989" y="88773"/>
                </a:moveTo>
                <a:lnTo>
                  <a:pt x="778763" y="88773"/>
                </a:lnTo>
                <a:lnTo>
                  <a:pt x="774064" y="89281"/>
                </a:lnTo>
                <a:lnTo>
                  <a:pt x="761229" y="96012"/>
                </a:lnTo>
                <a:lnTo>
                  <a:pt x="824825" y="96012"/>
                </a:lnTo>
                <a:lnTo>
                  <a:pt x="823431" y="93980"/>
                </a:lnTo>
                <a:lnTo>
                  <a:pt x="822451" y="92456"/>
                </a:lnTo>
                <a:lnTo>
                  <a:pt x="820674" y="91186"/>
                </a:lnTo>
                <a:lnTo>
                  <a:pt x="818514" y="90424"/>
                </a:lnTo>
                <a:lnTo>
                  <a:pt x="816229" y="89535"/>
                </a:lnTo>
                <a:lnTo>
                  <a:pt x="813054" y="89026"/>
                </a:lnTo>
                <a:lnTo>
                  <a:pt x="808989" y="88773"/>
                </a:lnTo>
                <a:close/>
              </a:path>
              <a:path w="986789" h="364489">
                <a:moveTo>
                  <a:pt x="926338" y="95504"/>
                </a:moveTo>
                <a:lnTo>
                  <a:pt x="824474" y="95504"/>
                </a:lnTo>
                <a:lnTo>
                  <a:pt x="824825" y="96012"/>
                </a:lnTo>
                <a:lnTo>
                  <a:pt x="926192" y="96012"/>
                </a:lnTo>
                <a:lnTo>
                  <a:pt x="926338" y="95504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09894" y="1570354"/>
            <a:ext cx="1087755" cy="295275"/>
          </a:xfrm>
          <a:custGeom>
            <a:avLst/>
            <a:gdLst/>
            <a:ahLst/>
            <a:cxnLst/>
            <a:rect l="l" t="t" r="r" b="b"/>
            <a:pathLst>
              <a:path w="1087754" h="295275">
                <a:moveTo>
                  <a:pt x="99567" y="21844"/>
                </a:moveTo>
                <a:lnTo>
                  <a:pt x="13588" y="21844"/>
                </a:lnTo>
                <a:lnTo>
                  <a:pt x="9016" y="23114"/>
                </a:lnTo>
                <a:lnTo>
                  <a:pt x="1777" y="28575"/>
                </a:lnTo>
                <a:lnTo>
                  <a:pt x="0" y="32893"/>
                </a:lnTo>
                <a:lnTo>
                  <a:pt x="0" y="279273"/>
                </a:lnTo>
                <a:lnTo>
                  <a:pt x="1777" y="283718"/>
                </a:lnTo>
                <a:lnTo>
                  <a:pt x="5460" y="286385"/>
                </a:lnTo>
                <a:lnTo>
                  <a:pt x="9016" y="289052"/>
                </a:lnTo>
                <a:lnTo>
                  <a:pt x="13588" y="290449"/>
                </a:lnTo>
                <a:lnTo>
                  <a:pt x="93979" y="290449"/>
                </a:lnTo>
                <a:lnTo>
                  <a:pt x="132841" y="288528"/>
                </a:lnTo>
                <a:lnTo>
                  <a:pt x="180562" y="278249"/>
                </a:lnTo>
                <a:lnTo>
                  <a:pt x="217423" y="258318"/>
                </a:lnTo>
                <a:lnTo>
                  <a:pt x="229125" y="247269"/>
                </a:lnTo>
                <a:lnTo>
                  <a:pt x="63626" y="247269"/>
                </a:lnTo>
                <a:lnTo>
                  <a:pt x="63626" y="64516"/>
                </a:lnTo>
                <a:lnTo>
                  <a:pt x="230160" y="64516"/>
                </a:lnTo>
                <a:lnTo>
                  <a:pt x="229623" y="63881"/>
                </a:lnTo>
                <a:lnTo>
                  <a:pt x="197802" y="40624"/>
                </a:lnTo>
                <a:lnTo>
                  <a:pt x="155414" y="26558"/>
                </a:lnTo>
                <a:lnTo>
                  <a:pt x="119755" y="22367"/>
                </a:lnTo>
                <a:lnTo>
                  <a:pt x="99567" y="21844"/>
                </a:lnTo>
                <a:close/>
              </a:path>
              <a:path w="1087754" h="295275">
                <a:moveTo>
                  <a:pt x="230160" y="64516"/>
                </a:moveTo>
                <a:lnTo>
                  <a:pt x="95884" y="64516"/>
                </a:lnTo>
                <a:lnTo>
                  <a:pt x="109860" y="64944"/>
                </a:lnTo>
                <a:lnTo>
                  <a:pt x="122443" y="66230"/>
                </a:lnTo>
                <a:lnTo>
                  <a:pt x="159845" y="79375"/>
                </a:lnTo>
                <a:lnTo>
                  <a:pt x="186761" y="110581"/>
                </a:lnTo>
                <a:lnTo>
                  <a:pt x="195004" y="152146"/>
                </a:lnTo>
                <a:lnTo>
                  <a:pt x="195071" y="154051"/>
                </a:lnTo>
                <a:lnTo>
                  <a:pt x="194692" y="165312"/>
                </a:lnTo>
                <a:lnTo>
                  <a:pt x="185695" y="203076"/>
                </a:lnTo>
                <a:lnTo>
                  <a:pt x="157559" y="234188"/>
                </a:lnTo>
                <a:lnTo>
                  <a:pt x="121094" y="245824"/>
                </a:lnTo>
                <a:lnTo>
                  <a:pt x="96900" y="247269"/>
                </a:lnTo>
                <a:lnTo>
                  <a:pt x="229125" y="247269"/>
                </a:lnTo>
                <a:lnTo>
                  <a:pt x="254736" y="201580"/>
                </a:lnTo>
                <a:lnTo>
                  <a:pt x="261035" y="154051"/>
                </a:lnTo>
                <a:lnTo>
                  <a:pt x="261111" y="152146"/>
                </a:lnTo>
                <a:lnTo>
                  <a:pt x="255218" y="108533"/>
                </a:lnTo>
                <a:lnTo>
                  <a:pt x="237839" y="73596"/>
                </a:lnTo>
                <a:lnTo>
                  <a:pt x="230160" y="64516"/>
                </a:lnTo>
                <a:close/>
              </a:path>
              <a:path w="1087754" h="295275">
                <a:moveTo>
                  <a:pt x="415925" y="86360"/>
                </a:moveTo>
                <a:lnTo>
                  <a:pt x="375402" y="90699"/>
                </a:lnTo>
                <a:lnTo>
                  <a:pt x="334654" y="109126"/>
                </a:lnTo>
                <a:lnTo>
                  <a:pt x="308715" y="139896"/>
                </a:lnTo>
                <a:lnTo>
                  <a:pt x="297634" y="181088"/>
                </a:lnTo>
                <a:lnTo>
                  <a:pt x="297269" y="190373"/>
                </a:lnTo>
                <a:lnTo>
                  <a:pt x="297179" y="192659"/>
                </a:lnTo>
                <a:lnTo>
                  <a:pt x="298858" y="215646"/>
                </a:lnTo>
                <a:lnTo>
                  <a:pt x="298878" y="215820"/>
                </a:lnTo>
                <a:lnTo>
                  <a:pt x="312578" y="253873"/>
                </a:lnTo>
                <a:lnTo>
                  <a:pt x="340772" y="279971"/>
                </a:lnTo>
                <a:lnTo>
                  <a:pt x="383539" y="293560"/>
                </a:lnTo>
                <a:lnTo>
                  <a:pt x="410590" y="295275"/>
                </a:lnTo>
                <a:lnTo>
                  <a:pt x="423099" y="294846"/>
                </a:lnTo>
                <a:lnTo>
                  <a:pt x="424449" y="294846"/>
                </a:lnTo>
                <a:lnTo>
                  <a:pt x="462788" y="287528"/>
                </a:lnTo>
                <a:lnTo>
                  <a:pt x="499999" y="265684"/>
                </a:lnTo>
                <a:lnTo>
                  <a:pt x="510538" y="253492"/>
                </a:lnTo>
                <a:lnTo>
                  <a:pt x="412750" y="253492"/>
                </a:lnTo>
                <a:lnTo>
                  <a:pt x="405532" y="253204"/>
                </a:lnTo>
                <a:lnTo>
                  <a:pt x="371347" y="235585"/>
                </a:lnTo>
                <a:lnTo>
                  <a:pt x="367410" y="229997"/>
                </a:lnTo>
                <a:lnTo>
                  <a:pt x="360294" y="198151"/>
                </a:lnTo>
                <a:lnTo>
                  <a:pt x="360211" y="197090"/>
                </a:lnTo>
                <a:lnTo>
                  <a:pt x="360841" y="176950"/>
                </a:lnTo>
                <a:lnTo>
                  <a:pt x="360886" y="176466"/>
                </a:lnTo>
                <a:lnTo>
                  <a:pt x="377570" y="138938"/>
                </a:lnTo>
                <a:lnTo>
                  <a:pt x="404621" y="127635"/>
                </a:lnTo>
                <a:lnTo>
                  <a:pt x="514046" y="127635"/>
                </a:lnTo>
                <a:lnTo>
                  <a:pt x="508299" y="119836"/>
                </a:lnTo>
                <a:lnTo>
                  <a:pt x="476684" y="96901"/>
                </a:lnTo>
                <a:lnTo>
                  <a:pt x="430552" y="86838"/>
                </a:lnTo>
                <a:lnTo>
                  <a:pt x="431724" y="86838"/>
                </a:lnTo>
                <a:lnTo>
                  <a:pt x="415925" y="86360"/>
                </a:lnTo>
                <a:close/>
              </a:path>
              <a:path w="1087754" h="295275">
                <a:moveTo>
                  <a:pt x="514024" y="127635"/>
                </a:moveTo>
                <a:lnTo>
                  <a:pt x="413765" y="127635"/>
                </a:lnTo>
                <a:lnTo>
                  <a:pt x="421074" y="127942"/>
                </a:lnTo>
                <a:lnTo>
                  <a:pt x="427751" y="128857"/>
                </a:lnTo>
                <a:lnTo>
                  <a:pt x="455294" y="145796"/>
                </a:lnTo>
                <a:lnTo>
                  <a:pt x="459358" y="151384"/>
                </a:lnTo>
                <a:lnTo>
                  <a:pt x="465704" y="176950"/>
                </a:lnTo>
                <a:lnTo>
                  <a:pt x="465820" y="177847"/>
                </a:lnTo>
                <a:lnTo>
                  <a:pt x="466226" y="183229"/>
                </a:lnTo>
                <a:lnTo>
                  <a:pt x="466278" y="198151"/>
                </a:lnTo>
                <a:lnTo>
                  <a:pt x="465812" y="203533"/>
                </a:lnTo>
                <a:lnTo>
                  <a:pt x="465693" y="204914"/>
                </a:lnTo>
                <a:lnTo>
                  <a:pt x="453516" y="236855"/>
                </a:lnTo>
                <a:lnTo>
                  <a:pt x="449198" y="242316"/>
                </a:lnTo>
                <a:lnTo>
                  <a:pt x="443610" y="246380"/>
                </a:lnTo>
                <a:lnTo>
                  <a:pt x="436752" y="249174"/>
                </a:lnTo>
                <a:lnTo>
                  <a:pt x="430021" y="252095"/>
                </a:lnTo>
                <a:lnTo>
                  <a:pt x="422020" y="253492"/>
                </a:lnTo>
                <a:lnTo>
                  <a:pt x="510538" y="253492"/>
                </a:lnTo>
                <a:lnTo>
                  <a:pt x="527526" y="211566"/>
                </a:lnTo>
                <a:lnTo>
                  <a:pt x="529191" y="192659"/>
                </a:lnTo>
                <a:lnTo>
                  <a:pt x="529281" y="190373"/>
                </a:lnTo>
                <a:lnTo>
                  <a:pt x="529335" y="188976"/>
                </a:lnTo>
                <a:lnTo>
                  <a:pt x="529169" y="184290"/>
                </a:lnTo>
                <a:lnTo>
                  <a:pt x="529056" y="181088"/>
                </a:lnTo>
                <a:lnTo>
                  <a:pt x="518725" y="135941"/>
                </a:lnTo>
                <a:lnTo>
                  <a:pt x="514024" y="127635"/>
                </a:lnTo>
                <a:close/>
              </a:path>
              <a:path w="1087754" h="295275">
                <a:moveTo>
                  <a:pt x="612648" y="90043"/>
                </a:moveTo>
                <a:lnTo>
                  <a:pt x="593978" y="90043"/>
                </a:lnTo>
                <a:lnTo>
                  <a:pt x="587375" y="90805"/>
                </a:lnTo>
                <a:lnTo>
                  <a:pt x="578230" y="94615"/>
                </a:lnTo>
                <a:lnTo>
                  <a:pt x="577341" y="95631"/>
                </a:lnTo>
                <a:lnTo>
                  <a:pt x="576960" y="96774"/>
                </a:lnTo>
                <a:lnTo>
                  <a:pt x="576960" y="284734"/>
                </a:lnTo>
                <a:lnTo>
                  <a:pt x="583437" y="289560"/>
                </a:lnTo>
                <a:lnTo>
                  <a:pt x="585724" y="290322"/>
                </a:lnTo>
                <a:lnTo>
                  <a:pt x="588899" y="290830"/>
                </a:lnTo>
                <a:lnTo>
                  <a:pt x="592708" y="291211"/>
                </a:lnTo>
                <a:lnTo>
                  <a:pt x="596646" y="291465"/>
                </a:lnTo>
                <a:lnTo>
                  <a:pt x="601599" y="291719"/>
                </a:lnTo>
                <a:lnTo>
                  <a:pt x="613536" y="291719"/>
                </a:lnTo>
                <a:lnTo>
                  <a:pt x="631698" y="289560"/>
                </a:lnTo>
                <a:lnTo>
                  <a:pt x="634110" y="288925"/>
                </a:lnTo>
                <a:lnTo>
                  <a:pt x="635761" y="288036"/>
                </a:lnTo>
                <a:lnTo>
                  <a:pt x="636777" y="287020"/>
                </a:lnTo>
                <a:lnTo>
                  <a:pt x="637666" y="286004"/>
                </a:lnTo>
                <a:lnTo>
                  <a:pt x="638175" y="284734"/>
                </a:lnTo>
                <a:lnTo>
                  <a:pt x="638175" y="160274"/>
                </a:lnTo>
                <a:lnTo>
                  <a:pt x="644580" y="153727"/>
                </a:lnTo>
                <a:lnTo>
                  <a:pt x="678687" y="131826"/>
                </a:lnTo>
                <a:lnTo>
                  <a:pt x="778853" y="131826"/>
                </a:lnTo>
                <a:lnTo>
                  <a:pt x="777372" y="127565"/>
                </a:lnTo>
                <a:lnTo>
                  <a:pt x="774334" y="121078"/>
                </a:lnTo>
                <a:lnTo>
                  <a:pt x="773453" y="119634"/>
                </a:lnTo>
                <a:lnTo>
                  <a:pt x="629157" y="119634"/>
                </a:lnTo>
                <a:lnTo>
                  <a:pt x="629157" y="96774"/>
                </a:lnTo>
                <a:lnTo>
                  <a:pt x="619505" y="90805"/>
                </a:lnTo>
                <a:lnTo>
                  <a:pt x="612648" y="90043"/>
                </a:lnTo>
                <a:close/>
              </a:path>
              <a:path w="1087754" h="295275">
                <a:moveTo>
                  <a:pt x="778853" y="131826"/>
                </a:moveTo>
                <a:lnTo>
                  <a:pt x="692657" y="131826"/>
                </a:lnTo>
                <a:lnTo>
                  <a:pt x="697991" y="132842"/>
                </a:lnTo>
                <a:lnTo>
                  <a:pt x="702690" y="134874"/>
                </a:lnTo>
                <a:lnTo>
                  <a:pt x="720598" y="156591"/>
                </a:lnTo>
                <a:lnTo>
                  <a:pt x="722122" y="161671"/>
                </a:lnTo>
                <a:lnTo>
                  <a:pt x="723010" y="168656"/>
                </a:lnTo>
                <a:lnTo>
                  <a:pt x="723010" y="284734"/>
                </a:lnTo>
                <a:lnTo>
                  <a:pt x="723391" y="286004"/>
                </a:lnTo>
                <a:lnTo>
                  <a:pt x="725424" y="288036"/>
                </a:lnTo>
                <a:lnTo>
                  <a:pt x="726948" y="288925"/>
                </a:lnTo>
                <a:lnTo>
                  <a:pt x="729233" y="289560"/>
                </a:lnTo>
                <a:lnTo>
                  <a:pt x="731520" y="290322"/>
                </a:lnTo>
                <a:lnTo>
                  <a:pt x="734695" y="290830"/>
                </a:lnTo>
                <a:lnTo>
                  <a:pt x="738631" y="291211"/>
                </a:lnTo>
                <a:lnTo>
                  <a:pt x="742569" y="291465"/>
                </a:lnTo>
                <a:lnTo>
                  <a:pt x="747522" y="291719"/>
                </a:lnTo>
                <a:lnTo>
                  <a:pt x="759332" y="291719"/>
                </a:lnTo>
                <a:lnTo>
                  <a:pt x="777621" y="289560"/>
                </a:lnTo>
                <a:lnTo>
                  <a:pt x="779906" y="288925"/>
                </a:lnTo>
                <a:lnTo>
                  <a:pt x="781430" y="288036"/>
                </a:lnTo>
                <a:lnTo>
                  <a:pt x="783462" y="286004"/>
                </a:lnTo>
                <a:lnTo>
                  <a:pt x="783971" y="284734"/>
                </a:lnTo>
                <a:lnTo>
                  <a:pt x="783960" y="168656"/>
                </a:lnTo>
                <a:lnTo>
                  <a:pt x="783772" y="161671"/>
                </a:lnTo>
                <a:lnTo>
                  <a:pt x="783709" y="159299"/>
                </a:lnTo>
                <a:lnTo>
                  <a:pt x="779779" y="134493"/>
                </a:lnTo>
                <a:lnTo>
                  <a:pt x="778853" y="131826"/>
                </a:lnTo>
                <a:close/>
              </a:path>
              <a:path w="1087754" h="295275">
                <a:moveTo>
                  <a:pt x="704469" y="86360"/>
                </a:moveTo>
                <a:lnTo>
                  <a:pt x="665733" y="94615"/>
                </a:lnTo>
                <a:lnTo>
                  <a:pt x="629157" y="119634"/>
                </a:lnTo>
                <a:lnTo>
                  <a:pt x="773453" y="119634"/>
                </a:lnTo>
                <a:lnTo>
                  <a:pt x="742074" y="92710"/>
                </a:lnTo>
                <a:lnTo>
                  <a:pt x="704469" y="86360"/>
                </a:lnTo>
                <a:close/>
              </a:path>
              <a:path w="1087754" h="295275">
                <a:moveTo>
                  <a:pt x="876426" y="0"/>
                </a:moveTo>
                <a:lnTo>
                  <a:pt x="865885" y="0"/>
                </a:lnTo>
                <a:lnTo>
                  <a:pt x="861567" y="127"/>
                </a:lnTo>
                <a:lnTo>
                  <a:pt x="842517" y="7366"/>
                </a:lnTo>
                <a:lnTo>
                  <a:pt x="842645" y="8763"/>
                </a:lnTo>
                <a:lnTo>
                  <a:pt x="848232" y="101473"/>
                </a:lnTo>
                <a:lnTo>
                  <a:pt x="851698" y="107442"/>
                </a:lnTo>
                <a:lnTo>
                  <a:pt x="851915" y="107442"/>
                </a:lnTo>
                <a:lnTo>
                  <a:pt x="853439" y="107950"/>
                </a:lnTo>
                <a:lnTo>
                  <a:pt x="855217" y="108585"/>
                </a:lnTo>
                <a:lnTo>
                  <a:pt x="857961" y="109347"/>
                </a:lnTo>
                <a:lnTo>
                  <a:pt x="858435" y="109347"/>
                </a:lnTo>
                <a:lnTo>
                  <a:pt x="864954" y="110236"/>
                </a:lnTo>
                <a:lnTo>
                  <a:pt x="877887" y="110236"/>
                </a:lnTo>
                <a:lnTo>
                  <a:pt x="884554" y="109347"/>
                </a:lnTo>
                <a:lnTo>
                  <a:pt x="892428" y="105410"/>
                </a:lnTo>
                <a:lnTo>
                  <a:pt x="893317" y="104394"/>
                </a:lnTo>
                <a:lnTo>
                  <a:pt x="893699" y="102997"/>
                </a:lnTo>
                <a:lnTo>
                  <a:pt x="893699" y="101473"/>
                </a:lnTo>
                <a:lnTo>
                  <a:pt x="899286" y="8763"/>
                </a:lnTo>
                <a:lnTo>
                  <a:pt x="899403" y="7366"/>
                </a:lnTo>
                <a:lnTo>
                  <a:pt x="899102" y="6096"/>
                </a:lnTo>
                <a:lnTo>
                  <a:pt x="899032" y="5842"/>
                </a:lnTo>
                <a:lnTo>
                  <a:pt x="898016" y="4826"/>
                </a:lnTo>
                <a:lnTo>
                  <a:pt x="897226" y="3810"/>
                </a:lnTo>
                <a:lnTo>
                  <a:pt x="897363" y="3810"/>
                </a:lnTo>
                <a:lnTo>
                  <a:pt x="895712" y="2921"/>
                </a:lnTo>
                <a:lnTo>
                  <a:pt x="895857" y="2921"/>
                </a:lnTo>
                <a:lnTo>
                  <a:pt x="893190" y="2032"/>
                </a:lnTo>
                <a:lnTo>
                  <a:pt x="890904" y="1397"/>
                </a:lnTo>
                <a:lnTo>
                  <a:pt x="887983" y="889"/>
                </a:lnTo>
                <a:lnTo>
                  <a:pt x="880872" y="127"/>
                </a:lnTo>
                <a:lnTo>
                  <a:pt x="876426" y="0"/>
                </a:lnTo>
                <a:close/>
              </a:path>
              <a:path w="1087754" h="295275">
                <a:moveTo>
                  <a:pt x="1030858" y="133477"/>
                </a:moveTo>
                <a:lnTo>
                  <a:pt x="969899" y="133477"/>
                </a:lnTo>
                <a:lnTo>
                  <a:pt x="969971" y="230632"/>
                </a:lnTo>
                <a:lnTo>
                  <a:pt x="972162" y="250825"/>
                </a:lnTo>
                <a:lnTo>
                  <a:pt x="972256" y="251331"/>
                </a:lnTo>
                <a:lnTo>
                  <a:pt x="992758" y="283972"/>
                </a:lnTo>
                <a:lnTo>
                  <a:pt x="1031939" y="294386"/>
                </a:lnTo>
                <a:lnTo>
                  <a:pt x="1040637" y="294640"/>
                </a:lnTo>
                <a:lnTo>
                  <a:pt x="1045209" y="294640"/>
                </a:lnTo>
                <a:lnTo>
                  <a:pt x="1073168" y="290703"/>
                </a:lnTo>
                <a:lnTo>
                  <a:pt x="1073308" y="290703"/>
                </a:lnTo>
                <a:lnTo>
                  <a:pt x="1087754" y="271272"/>
                </a:lnTo>
                <a:lnTo>
                  <a:pt x="1087754" y="261239"/>
                </a:lnTo>
                <a:lnTo>
                  <a:pt x="1087501" y="258064"/>
                </a:lnTo>
                <a:lnTo>
                  <a:pt x="1086738" y="253111"/>
                </a:lnTo>
                <a:lnTo>
                  <a:pt x="1086294" y="251331"/>
                </a:lnTo>
                <a:lnTo>
                  <a:pt x="1086230" y="251079"/>
                </a:lnTo>
                <a:lnTo>
                  <a:pt x="1086161" y="250825"/>
                </a:lnTo>
                <a:lnTo>
                  <a:pt x="1046860" y="250825"/>
                </a:lnTo>
                <a:lnTo>
                  <a:pt x="1040587" y="248412"/>
                </a:lnTo>
                <a:lnTo>
                  <a:pt x="1040352" y="248412"/>
                </a:lnTo>
                <a:lnTo>
                  <a:pt x="1036447" y="243205"/>
                </a:lnTo>
                <a:lnTo>
                  <a:pt x="1032763" y="238125"/>
                </a:lnTo>
                <a:lnTo>
                  <a:pt x="1030858" y="230632"/>
                </a:lnTo>
                <a:lnTo>
                  <a:pt x="1030858" y="133477"/>
                </a:lnTo>
                <a:close/>
              </a:path>
              <a:path w="1087754" h="295275">
                <a:moveTo>
                  <a:pt x="1081912" y="245999"/>
                </a:moveTo>
                <a:lnTo>
                  <a:pt x="1079753" y="245999"/>
                </a:lnTo>
                <a:lnTo>
                  <a:pt x="1078610" y="246253"/>
                </a:lnTo>
                <a:lnTo>
                  <a:pt x="1075816" y="247269"/>
                </a:lnTo>
                <a:lnTo>
                  <a:pt x="1074038" y="247777"/>
                </a:lnTo>
                <a:lnTo>
                  <a:pt x="1072133" y="248412"/>
                </a:lnTo>
                <a:lnTo>
                  <a:pt x="1070102" y="249047"/>
                </a:lnTo>
                <a:lnTo>
                  <a:pt x="1062608" y="250571"/>
                </a:lnTo>
                <a:lnTo>
                  <a:pt x="1059687" y="250825"/>
                </a:lnTo>
                <a:lnTo>
                  <a:pt x="1086161" y="250825"/>
                </a:lnTo>
                <a:lnTo>
                  <a:pt x="1085850" y="249682"/>
                </a:lnTo>
                <a:lnTo>
                  <a:pt x="1085426" y="248412"/>
                </a:lnTo>
                <a:lnTo>
                  <a:pt x="1085559" y="248412"/>
                </a:lnTo>
                <a:lnTo>
                  <a:pt x="1084579" y="247269"/>
                </a:lnTo>
                <a:lnTo>
                  <a:pt x="1082802" y="246253"/>
                </a:lnTo>
                <a:lnTo>
                  <a:pt x="1081912" y="245999"/>
                </a:lnTo>
                <a:close/>
              </a:path>
              <a:path w="1087754" h="295275">
                <a:moveTo>
                  <a:pt x="1079627" y="91186"/>
                </a:moveTo>
                <a:lnTo>
                  <a:pt x="942594" y="91186"/>
                </a:lnTo>
                <a:lnTo>
                  <a:pt x="941197" y="91440"/>
                </a:lnTo>
                <a:lnTo>
                  <a:pt x="939926" y="92202"/>
                </a:lnTo>
                <a:lnTo>
                  <a:pt x="938656" y="92837"/>
                </a:lnTo>
                <a:lnTo>
                  <a:pt x="937640" y="93980"/>
                </a:lnTo>
                <a:lnTo>
                  <a:pt x="936878" y="95631"/>
                </a:lnTo>
                <a:lnTo>
                  <a:pt x="936116" y="97155"/>
                </a:lnTo>
                <a:lnTo>
                  <a:pt x="935481" y="99314"/>
                </a:lnTo>
                <a:lnTo>
                  <a:pt x="934720" y="104902"/>
                </a:lnTo>
                <a:lnTo>
                  <a:pt x="934465" y="108331"/>
                </a:lnTo>
                <a:lnTo>
                  <a:pt x="934465" y="119888"/>
                </a:lnTo>
                <a:lnTo>
                  <a:pt x="935227" y="125349"/>
                </a:lnTo>
                <a:lnTo>
                  <a:pt x="936878" y="128651"/>
                </a:lnTo>
                <a:lnTo>
                  <a:pt x="938529" y="131826"/>
                </a:lnTo>
                <a:lnTo>
                  <a:pt x="940815" y="133477"/>
                </a:lnTo>
                <a:lnTo>
                  <a:pt x="1081404" y="133477"/>
                </a:lnTo>
                <a:lnTo>
                  <a:pt x="1083690" y="131826"/>
                </a:lnTo>
                <a:lnTo>
                  <a:pt x="1085341" y="128651"/>
                </a:lnTo>
                <a:lnTo>
                  <a:pt x="1086992" y="125349"/>
                </a:lnTo>
                <a:lnTo>
                  <a:pt x="1087754" y="119888"/>
                </a:lnTo>
                <a:lnTo>
                  <a:pt x="1087754" y="108331"/>
                </a:lnTo>
                <a:lnTo>
                  <a:pt x="1082294" y="92202"/>
                </a:lnTo>
                <a:lnTo>
                  <a:pt x="1081024" y="91440"/>
                </a:lnTo>
                <a:lnTo>
                  <a:pt x="1079627" y="91186"/>
                </a:lnTo>
                <a:close/>
              </a:path>
              <a:path w="1087754" h="295275">
                <a:moveTo>
                  <a:pt x="1011301" y="41275"/>
                </a:moveTo>
                <a:lnTo>
                  <a:pt x="989583" y="41275"/>
                </a:lnTo>
                <a:lnTo>
                  <a:pt x="985647" y="41656"/>
                </a:lnTo>
                <a:lnTo>
                  <a:pt x="981582" y="41910"/>
                </a:lnTo>
                <a:lnTo>
                  <a:pt x="969899" y="48387"/>
                </a:lnTo>
                <a:lnTo>
                  <a:pt x="969899" y="91186"/>
                </a:lnTo>
                <a:lnTo>
                  <a:pt x="1030858" y="91186"/>
                </a:lnTo>
                <a:lnTo>
                  <a:pt x="1030858" y="48387"/>
                </a:lnTo>
                <a:lnTo>
                  <a:pt x="1015237" y="41656"/>
                </a:lnTo>
                <a:lnTo>
                  <a:pt x="1011301" y="41275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05502" y="2148705"/>
            <a:ext cx="2939161" cy="34811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22235" y="1571751"/>
            <a:ext cx="1116584" cy="2938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86197" y="2828670"/>
            <a:ext cx="5943473" cy="14381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86197" y="4438269"/>
            <a:ext cx="5943473" cy="14285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33565"/>
          </a:xfrm>
          <a:custGeom>
            <a:avLst/>
            <a:gdLst/>
            <a:ahLst/>
            <a:cxnLst/>
            <a:rect l="l" t="t" r="r" b="b"/>
            <a:pathLst>
              <a:path w="11430000" h="6933565">
                <a:moveTo>
                  <a:pt x="11429873" y="0"/>
                </a:moveTo>
                <a:lnTo>
                  <a:pt x="0" y="0"/>
                </a:lnTo>
                <a:lnTo>
                  <a:pt x="0" y="6933564"/>
                </a:lnTo>
                <a:lnTo>
                  <a:pt x="11429873" y="6933564"/>
                </a:lnTo>
                <a:lnTo>
                  <a:pt x="11429873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76250"/>
            <a:ext cx="1152525" cy="257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5239" y="922019"/>
            <a:ext cx="963422" cy="2867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886" y="914908"/>
            <a:ext cx="1788604" cy="2938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79952" y="915542"/>
            <a:ext cx="1371727" cy="29324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177033" y="914908"/>
            <a:ext cx="980440" cy="293370"/>
          </a:xfrm>
          <a:custGeom>
            <a:avLst/>
            <a:gdLst/>
            <a:ahLst/>
            <a:cxnLst/>
            <a:rect l="l" t="t" r="r" b="b"/>
            <a:pathLst>
              <a:path w="980439" h="293369">
                <a:moveTo>
                  <a:pt x="50667" y="19430"/>
                </a:moveTo>
                <a:lnTo>
                  <a:pt x="16080" y="19430"/>
                </a:lnTo>
                <a:lnTo>
                  <a:pt x="6682" y="20192"/>
                </a:lnTo>
                <a:lnTo>
                  <a:pt x="7777" y="20192"/>
                </a:lnTo>
                <a:lnTo>
                  <a:pt x="4947" y="20954"/>
                </a:lnTo>
                <a:lnTo>
                  <a:pt x="883" y="24002"/>
                </a:lnTo>
                <a:lnTo>
                  <a:pt x="360" y="25272"/>
                </a:lnTo>
                <a:lnTo>
                  <a:pt x="307" y="25400"/>
                </a:lnTo>
                <a:lnTo>
                  <a:pt x="203" y="25653"/>
                </a:lnTo>
                <a:lnTo>
                  <a:pt x="0" y="26288"/>
                </a:lnTo>
                <a:lnTo>
                  <a:pt x="23" y="26796"/>
                </a:lnTo>
                <a:lnTo>
                  <a:pt x="132" y="29209"/>
                </a:lnTo>
                <a:lnTo>
                  <a:pt x="74543" y="275081"/>
                </a:lnTo>
                <a:lnTo>
                  <a:pt x="75521" y="278383"/>
                </a:lnTo>
                <a:lnTo>
                  <a:pt x="75559" y="278511"/>
                </a:lnTo>
                <a:lnTo>
                  <a:pt x="76708" y="280924"/>
                </a:lnTo>
                <a:lnTo>
                  <a:pt x="76829" y="281177"/>
                </a:lnTo>
                <a:lnTo>
                  <a:pt x="78226" y="283082"/>
                </a:lnTo>
                <a:lnTo>
                  <a:pt x="79750" y="285114"/>
                </a:lnTo>
                <a:lnTo>
                  <a:pt x="82036" y="286638"/>
                </a:lnTo>
                <a:lnTo>
                  <a:pt x="85338" y="287654"/>
                </a:lnTo>
                <a:lnTo>
                  <a:pt x="88640" y="288797"/>
                </a:lnTo>
                <a:lnTo>
                  <a:pt x="93085" y="289432"/>
                </a:lnTo>
                <a:lnTo>
                  <a:pt x="98673" y="289813"/>
                </a:lnTo>
                <a:lnTo>
                  <a:pt x="104388" y="290067"/>
                </a:lnTo>
                <a:lnTo>
                  <a:pt x="111881" y="290321"/>
                </a:lnTo>
                <a:lnTo>
                  <a:pt x="130296" y="290321"/>
                </a:lnTo>
                <a:lnTo>
                  <a:pt x="137535" y="290067"/>
                </a:lnTo>
                <a:lnTo>
                  <a:pt x="142996" y="289813"/>
                </a:lnTo>
                <a:lnTo>
                  <a:pt x="148584" y="289432"/>
                </a:lnTo>
                <a:lnTo>
                  <a:pt x="152182" y="288797"/>
                </a:lnTo>
                <a:lnTo>
                  <a:pt x="152505" y="288797"/>
                </a:lnTo>
                <a:lnTo>
                  <a:pt x="156077" y="287654"/>
                </a:lnTo>
                <a:lnTo>
                  <a:pt x="158899" y="286638"/>
                </a:lnTo>
                <a:lnTo>
                  <a:pt x="159061" y="286638"/>
                </a:lnTo>
                <a:lnTo>
                  <a:pt x="166491" y="275081"/>
                </a:lnTo>
                <a:lnTo>
                  <a:pt x="177489" y="236092"/>
                </a:lnTo>
                <a:lnTo>
                  <a:pt x="123057" y="236092"/>
                </a:lnTo>
                <a:lnTo>
                  <a:pt x="67431" y="30352"/>
                </a:lnTo>
                <a:lnTo>
                  <a:pt x="66923" y="27686"/>
                </a:lnTo>
                <a:lnTo>
                  <a:pt x="66288" y="25653"/>
                </a:lnTo>
                <a:lnTo>
                  <a:pt x="55239" y="19684"/>
                </a:lnTo>
                <a:lnTo>
                  <a:pt x="50667" y="19430"/>
                </a:lnTo>
                <a:close/>
              </a:path>
              <a:path w="980439" h="293369">
                <a:moveTo>
                  <a:pt x="276273" y="104901"/>
                </a:moveTo>
                <a:lnTo>
                  <a:pt x="215005" y="104901"/>
                </a:lnTo>
                <a:lnTo>
                  <a:pt x="265678" y="275081"/>
                </a:lnTo>
                <a:lnTo>
                  <a:pt x="266412" y="278383"/>
                </a:lnTo>
                <a:lnTo>
                  <a:pt x="266440" y="278511"/>
                </a:lnTo>
                <a:lnTo>
                  <a:pt x="267474" y="280924"/>
                </a:lnTo>
                <a:lnTo>
                  <a:pt x="267583" y="281177"/>
                </a:lnTo>
                <a:lnTo>
                  <a:pt x="269107" y="283082"/>
                </a:lnTo>
                <a:lnTo>
                  <a:pt x="270631" y="285114"/>
                </a:lnTo>
                <a:lnTo>
                  <a:pt x="272917" y="286638"/>
                </a:lnTo>
                <a:lnTo>
                  <a:pt x="276219" y="287654"/>
                </a:lnTo>
                <a:lnTo>
                  <a:pt x="279521" y="288797"/>
                </a:lnTo>
                <a:lnTo>
                  <a:pt x="283966" y="289432"/>
                </a:lnTo>
                <a:lnTo>
                  <a:pt x="289554" y="289813"/>
                </a:lnTo>
                <a:lnTo>
                  <a:pt x="295142" y="290067"/>
                </a:lnTo>
                <a:lnTo>
                  <a:pt x="302635" y="290321"/>
                </a:lnTo>
                <a:lnTo>
                  <a:pt x="320288" y="290321"/>
                </a:lnTo>
                <a:lnTo>
                  <a:pt x="332607" y="289813"/>
                </a:lnTo>
                <a:lnTo>
                  <a:pt x="337941" y="289432"/>
                </a:lnTo>
                <a:lnTo>
                  <a:pt x="342386" y="288797"/>
                </a:lnTo>
                <a:lnTo>
                  <a:pt x="345815" y="287654"/>
                </a:lnTo>
                <a:lnTo>
                  <a:pt x="349244" y="286638"/>
                </a:lnTo>
                <a:lnTo>
                  <a:pt x="351784" y="285114"/>
                </a:lnTo>
                <a:lnTo>
                  <a:pt x="353435" y="283082"/>
                </a:lnTo>
                <a:lnTo>
                  <a:pt x="355213" y="281177"/>
                </a:lnTo>
                <a:lnTo>
                  <a:pt x="356610" y="278511"/>
                </a:lnTo>
                <a:lnTo>
                  <a:pt x="357499" y="275081"/>
                </a:lnTo>
                <a:lnTo>
                  <a:pt x="369640" y="236092"/>
                </a:lnTo>
                <a:lnTo>
                  <a:pt x="314700" y="236092"/>
                </a:lnTo>
                <a:lnTo>
                  <a:pt x="276273" y="104901"/>
                </a:lnTo>
                <a:close/>
              </a:path>
              <a:path w="980439" h="293369">
                <a:moveTo>
                  <a:pt x="233578" y="19430"/>
                </a:moveTo>
                <a:lnTo>
                  <a:pt x="202474" y="19430"/>
                </a:lnTo>
                <a:lnTo>
                  <a:pt x="193584" y="20192"/>
                </a:lnTo>
                <a:lnTo>
                  <a:pt x="194380" y="20192"/>
                </a:lnTo>
                <a:lnTo>
                  <a:pt x="191637" y="20700"/>
                </a:lnTo>
                <a:lnTo>
                  <a:pt x="186557" y="22478"/>
                </a:lnTo>
                <a:lnTo>
                  <a:pt x="184779" y="23749"/>
                </a:lnTo>
                <a:lnTo>
                  <a:pt x="183841" y="25272"/>
                </a:lnTo>
                <a:lnTo>
                  <a:pt x="182620" y="27050"/>
                </a:lnTo>
                <a:lnTo>
                  <a:pt x="181858" y="29209"/>
                </a:lnTo>
                <a:lnTo>
                  <a:pt x="123311" y="236092"/>
                </a:lnTo>
                <a:lnTo>
                  <a:pt x="177489" y="236092"/>
                </a:lnTo>
                <a:lnTo>
                  <a:pt x="214497" y="104901"/>
                </a:lnTo>
                <a:lnTo>
                  <a:pt x="276273" y="104901"/>
                </a:lnTo>
                <a:lnTo>
                  <a:pt x="254994" y="32257"/>
                </a:lnTo>
                <a:lnTo>
                  <a:pt x="254883" y="31876"/>
                </a:lnTo>
                <a:lnTo>
                  <a:pt x="254277" y="29209"/>
                </a:lnTo>
                <a:lnTo>
                  <a:pt x="246628" y="21336"/>
                </a:lnTo>
                <a:lnTo>
                  <a:pt x="244215" y="20446"/>
                </a:lnTo>
                <a:lnTo>
                  <a:pt x="240532" y="19812"/>
                </a:lnTo>
                <a:lnTo>
                  <a:pt x="233578" y="19430"/>
                </a:lnTo>
                <a:close/>
              </a:path>
              <a:path w="980439" h="293369">
                <a:moveTo>
                  <a:pt x="426242" y="20192"/>
                </a:moveTo>
                <a:lnTo>
                  <a:pt x="382264" y="20192"/>
                </a:lnTo>
                <a:lnTo>
                  <a:pt x="379724" y="20700"/>
                </a:lnTo>
                <a:lnTo>
                  <a:pt x="375152" y="22478"/>
                </a:lnTo>
                <a:lnTo>
                  <a:pt x="373501" y="23621"/>
                </a:lnTo>
                <a:lnTo>
                  <a:pt x="372739" y="25272"/>
                </a:lnTo>
                <a:lnTo>
                  <a:pt x="371918" y="26796"/>
                </a:lnTo>
                <a:lnTo>
                  <a:pt x="371807" y="27050"/>
                </a:lnTo>
                <a:lnTo>
                  <a:pt x="371125" y="29209"/>
                </a:lnTo>
                <a:lnTo>
                  <a:pt x="370707" y="30987"/>
                </a:lnTo>
                <a:lnTo>
                  <a:pt x="315208" y="236092"/>
                </a:lnTo>
                <a:lnTo>
                  <a:pt x="369640" y="236092"/>
                </a:lnTo>
                <a:lnTo>
                  <a:pt x="430270" y="41401"/>
                </a:lnTo>
                <a:lnTo>
                  <a:pt x="431794" y="36194"/>
                </a:lnTo>
                <a:lnTo>
                  <a:pt x="432683" y="32257"/>
                </a:lnTo>
                <a:lnTo>
                  <a:pt x="432762" y="30352"/>
                </a:lnTo>
                <a:lnTo>
                  <a:pt x="432810" y="29209"/>
                </a:lnTo>
                <a:lnTo>
                  <a:pt x="432942" y="27686"/>
                </a:lnTo>
                <a:lnTo>
                  <a:pt x="433064" y="26288"/>
                </a:lnTo>
                <a:lnTo>
                  <a:pt x="432386" y="24256"/>
                </a:lnTo>
                <a:lnTo>
                  <a:pt x="432302" y="24002"/>
                </a:lnTo>
                <a:lnTo>
                  <a:pt x="428746" y="20954"/>
                </a:lnTo>
                <a:lnTo>
                  <a:pt x="426242" y="20192"/>
                </a:lnTo>
                <a:close/>
              </a:path>
              <a:path w="980439" h="293369">
                <a:moveTo>
                  <a:pt x="419157" y="19430"/>
                </a:moveTo>
                <a:lnTo>
                  <a:pt x="389990" y="19430"/>
                </a:lnTo>
                <a:lnTo>
                  <a:pt x="381481" y="20192"/>
                </a:lnTo>
                <a:lnTo>
                  <a:pt x="427158" y="20192"/>
                </a:lnTo>
                <a:lnTo>
                  <a:pt x="419157" y="19430"/>
                </a:lnTo>
                <a:close/>
              </a:path>
              <a:path w="980439" h="293369">
                <a:moveTo>
                  <a:pt x="516249" y="88645"/>
                </a:moveTo>
                <a:lnTo>
                  <a:pt x="494151" y="88645"/>
                </a:lnTo>
                <a:lnTo>
                  <a:pt x="490214" y="89153"/>
                </a:lnTo>
                <a:lnTo>
                  <a:pt x="486404" y="89534"/>
                </a:lnTo>
                <a:lnTo>
                  <a:pt x="475863" y="93599"/>
                </a:lnTo>
                <a:lnTo>
                  <a:pt x="474847" y="94614"/>
                </a:lnTo>
                <a:lnTo>
                  <a:pt x="474339" y="95884"/>
                </a:lnTo>
                <a:lnTo>
                  <a:pt x="474339" y="283337"/>
                </a:lnTo>
                <a:lnTo>
                  <a:pt x="474847" y="284606"/>
                </a:lnTo>
                <a:lnTo>
                  <a:pt x="475863" y="285622"/>
                </a:lnTo>
                <a:lnTo>
                  <a:pt x="476752" y="286638"/>
                </a:lnTo>
                <a:lnTo>
                  <a:pt x="478530" y="287527"/>
                </a:lnTo>
                <a:lnTo>
                  <a:pt x="480816" y="288163"/>
                </a:lnTo>
                <a:lnTo>
                  <a:pt x="483229" y="288925"/>
                </a:lnTo>
                <a:lnTo>
                  <a:pt x="486404" y="289432"/>
                </a:lnTo>
                <a:lnTo>
                  <a:pt x="490214" y="289813"/>
                </a:lnTo>
                <a:lnTo>
                  <a:pt x="494151" y="290067"/>
                </a:lnTo>
                <a:lnTo>
                  <a:pt x="499231" y="290321"/>
                </a:lnTo>
                <a:lnTo>
                  <a:pt x="511296" y="290321"/>
                </a:lnTo>
                <a:lnTo>
                  <a:pt x="529584" y="288163"/>
                </a:lnTo>
                <a:lnTo>
                  <a:pt x="531997" y="287527"/>
                </a:lnTo>
                <a:lnTo>
                  <a:pt x="533648" y="286638"/>
                </a:lnTo>
                <a:lnTo>
                  <a:pt x="534664" y="285622"/>
                </a:lnTo>
                <a:lnTo>
                  <a:pt x="535553" y="284606"/>
                </a:lnTo>
                <a:lnTo>
                  <a:pt x="536061" y="283337"/>
                </a:lnTo>
                <a:lnTo>
                  <a:pt x="536061" y="95884"/>
                </a:lnTo>
                <a:lnTo>
                  <a:pt x="520186" y="89153"/>
                </a:lnTo>
                <a:lnTo>
                  <a:pt x="516249" y="88645"/>
                </a:lnTo>
                <a:close/>
              </a:path>
              <a:path w="980439" h="293369">
                <a:moveTo>
                  <a:pt x="505454" y="7112"/>
                </a:moveTo>
                <a:lnTo>
                  <a:pt x="469640" y="24637"/>
                </a:lnTo>
                <a:lnTo>
                  <a:pt x="469640" y="45212"/>
                </a:lnTo>
                <a:lnTo>
                  <a:pt x="471965" y="51942"/>
                </a:lnTo>
                <a:lnTo>
                  <a:pt x="472053" y="52196"/>
                </a:lnTo>
                <a:lnTo>
                  <a:pt x="504946" y="61975"/>
                </a:lnTo>
                <a:lnTo>
                  <a:pt x="514324" y="61598"/>
                </a:lnTo>
                <a:lnTo>
                  <a:pt x="522063" y="60483"/>
                </a:lnTo>
                <a:lnTo>
                  <a:pt x="528169" y="58654"/>
                </a:lnTo>
                <a:lnTo>
                  <a:pt x="528334" y="58654"/>
                </a:lnTo>
                <a:lnTo>
                  <a:pt x="533140" y="55879"/>
                </a:lnTo>
                <a:lnTo>
                  <a:pt x="538220" y="51942"/>
                </a:lnTo>
                <a:lnTo>
                  <a:pt x="540760" y="44576"/>
                </a:lnTo>
                <a:lnTo>
                  <a:pt x="540760" y="24002"/>
                </a:lnTo>
                <a:lnTo>
                  <a:pt x="538434" y="17271"/>
                </a:lnTo>
                <a:lnTo>
                  <a:pt x="538347" y="17017"/>
                </a:lnTo>
                <a:lnTo>
                  <a:pt x="533554" y="13207"/>
                </a:lnTo>
                <a:lnTo>
                  <a:pt x="528961" y="10540"/>
                </a:lnTo>
                <a:lnTo>
                  <a:pt x="522762" y="8636"/>
                </a:lnTo>
                <a:lnTo>
                  <a:pt x="514923" y="7493"/>
                </a:lnTo>
                <a:lnTo>
                  <a:pt x="505454" y="7112"/>
                </a:lnTo>
                <a:close/>
              </a:path>
              <a:path w="980439" h="293369">
                <a:moveTo>
                  <a:pt x="669792" y="132079"/>
                </a:moveTo>
                <a:lnTo>
                  <a:pt x="608324" y="132079"/>
                </a:lnTo>
                <a:lnTo>
                  <a:pt x="608396" y="229234"/>
                </a:lnTo>
                <a:lnTo>
                  <a:pt x="608586" y="235213"/>
                </a:lnTo>
                <a:lnTo>
                  <a:pt x="609262" y="241807"/>
                </a:lnTo>
                <a:lnTo>
                  <a:pt x="609371" y="242871"/>
                </a:lnTo>
                <a:lnTo>
                  <a:pt x="610540" y="249174"/>
                </a:lnTo>
                <a:lnTo>
                  <a:pt x="610587" y="249427"/>
                </a:lnTo>
                <a:lnTo>
                  <a:pt x="610681" y="249934"/>
                </a:lnTo>
                <a:lnTo>
                  <a:pt x="635454" y="284257"/>
                </a:lnTo>
                <a:lnTo>
                  <a:pt x="679571" y="293242"/>
                </a:lnTo>
                <a:lnTo>
                  <a:pt x="684143" y="293242"/>
                </a:lnTo>
                <a:lnTo>
                  <a:pt x="722243" y="284606"/>
                </a:lnTo>
                <a:lnTo>
                  <a:pt x="727196" y="269875"/>
                </a:lnTo>
                <a:lnTo>
                  <a:pt x="727196" y="259841"/>
                </a:lnTo>
                <a:lnTo>
                  <a:pt x="725579" y="249427"/>
                </a:lnTo>
                <a:lnTo>
                  <a:pt x="685921" y="249427"/>
                </a:lnTo>
                <a:lnTo>
                  <a:pt x="679190" y="246887"/>
                </a:lnTo>
                <a:lnTo>
                  <a:pt x="675507" y="241807"/>
                </a:lnTo>
                <a:lnTo>
                  <a:pt x="671697" y="236727"/>
                </a:lnTo>
                <a:lnTo>
                  <a:pt x="669792" y="229234"/>
                </a:lnTo>
                <a:lnTo>
                  <a:pt x="669792" y="132079"/>
                </a:lnTo>
                <a:close/>
              </a:path>
              <a:path w="980439" h="293369">
                <a:moveTo>
                  <a:pt x="721227" y="244601"/>
                </a:moveTo>
                <a:lnTo>
                  <a:pt x="719195" y="244601"/>
                </a:lnTo>
                <a:lnTo>
                  <a:pt x="717925" y="244855"/>
                </a:lnTo>
                <a:lnTo>
                  <a:pt x="715131" y="245871"/>
                </a:lnTo>
                <a:lnTo>
                  <a:pt x="713353" y="246379"/>
                </a:lnTo>
                <a:lnTo>
                  <a:pt x="709289" y="247650"/>
                </a:lnTo>
                <a:lnTo>
                  <a:pt x="706352" y="248284"/>
                </a:lnTo>
                <a:lnTo>
                  <a:pt x="701796" y="249174"/>
                </a:lnTo>
                <a:lnTo>
                  <a:pt x="698748" y="249427"/>
                </a:lnTo>
                <a:lnTo>
                  <a:pt x="725579" y="249427"/>
                </a:lnTo>
                <a:lnTo>
                  <a:pt x="725164" y="248284"/>
                </a:lnTo>
                <a:lnTo>
                  <a:pt x="724698" y="246887"/>
                </a:lnTo>
                <a:lnTo>
                  <a:pt x="724384" y="246379"/>
                </a:lnTo>
                <a:lnTo>
                  <a:pt x="724021" y="245871"/>
                </a:lnTo>
                <a:lnTo>
                  <a:pt x="722243" y="244855"/>
                </a:lnTo>
                <a:lnTo>
                  <a:pt x="721227" y="244601"/>
                </a:lnTo>
                <a:close/>
              </a:path>
              <a:path w="980439" h="293369">
                <a:moveTo>
                  <a:pt x="718941" y="89788"/>
                </a:moveTo>
                <a:lnTo>
                  <a:pt x="580765" y="89788"/>
                </a:lnTo>
                <a:lnTo>
                  <a:pt x="579241" y="90042"/>
                </a:lnTo>
                <a:lnTo>
                  <a:pt x="578098" y="90804"/>
                </a:lnTo>
                <a:lnTo>
                  <a:pt x="576828" y="91439"/>
                </a:lnTo>
                <a:lnTo>
                  <a:pt x="575812" y="92582"/>
                </a:lnTo>
                <a:lnTo>
                  <a:pt x="575050" y="94233"/>
                </a:lnTo>
                <a:lnTo>
                  <a:pt x="574161" y="95757"/>
                </a:lnTo>
                <a:lnTo>
                  <a:pt x="573526" y="97916"/>
                </a:lnTo>
                <a:lnTo>
                  <a:pt x="572764" y="103504"/>
                </a:lnTo>
                <a:lnTo>
                  <a:pt x="572510" y="106933"/>
                </a:lnTo>
                <a:lnTo>
                  <a:pt x="572510" y="118490"/>
                </a:lnTo>
                <a:lnTo>
                  <a:pt x="573399" y="123951"/>
                </a:lnTo>
                <a:lnTo>
                  <a:pt x="575050" y="127253"/>
                </a:lnTo>
                <a:lnTo>
                  <a:pt x="576701" y="130428"/>
                </a:lnTo>
                <a:lnTo>
                  <a:pt x="578987" y="132079"/>
                </a:lnTo>
                <a:lnTo>
                  <a:pt x="720719" y="132079"/>
                </a:lnTo>
                <a:lnTo>
                  <a:pt x="723005" y="130428"/>
                </a:lnTo>
                <a:lnTo>
                  <a:pt x="724656" y="127253"/>
                </a:lnTo>
                <a:lnTo>
                  <a:pt x="726307" y="123951"/>
                </a:lnTo>
                <a:lnTo>
                  <a:pt x="727196" y="118490"/>
                </a:lnTo>
                <a:lnTo>
                  <a:pt x="727196" y="106933"/>
                </a:lnTo>
                <a:lnTo>
                  <a:pt x="726942" y="103504"/>
                </a:lnTo>
                <a:lnTo>
                  <a:pt x="726180" y="97916"/>
                </a:lnTo>
                <a:lnTo>
                  <a:pt x="725545" y="95757"/>
                </a:lnTo>
                <a:lnTo>
                  <a:pt x="724656" y="94233"/>
                </a:lnTo>
                <a:lnTo>
                  <a:pt x="723894" y="92582"/>
                </a:lnTo>
                <a:lnTo>
                  <a:pt x="722878" y="91439"/>
                </a:lnTo>
                <a:lnTo>
                  <a:pt x="721608" y="90804"/>
                </a:lnTo>
                <a:lnTo>
                  <a:pt x="720465" y="90042"/>
                </a:lnTo>
                <a:lnTo>
                  <a:pt x="718941" y="89788"/>
                </a:lnTo>
                <a:close/>
              </a:path>
              <a:path w="980439" h="293369">
                <a:moveTo>
                  <a:pt x="649980" y="39877"/>
                </a:moveTo>
                <a:lnTo>
                  <a:pt x="628136" y="39877"/>
                </a:lnTo>
                <a:lnTo>
                  <a:pt x="624072" y="40258"/>
                </a:lnTo>
                <a:lnTo>
                  <a:pt x="620135" y="40512"/>
                </a:lnTo>
                <a:lnTo>
                  <a:pt x="608324" y="46989"/>
                </a:lnTo>
                <a:lnTo>
                  <a:pt x="608324" y="89788"/>
                </a:lnTo>
                <a:lnTo>
                  <a:pt x="669792" y="89788"/>
                </a:lnTo>
                <a:lnTo>
                  <a:pt x="669792" y="46989"/>
                </a:lnTo>
                <a:lnTo>
                  <a:pt x="654044" y="40258"/>
                </a:lnTo>
                <a:lnTo>
                  <a:pt x="649980" y="39877"/>
                </a:lnTo>
                <a:close/>
              </a:path>
              <a:path w="980439" h="293369">
                <a:moveTo>
                  <a:pt x="808476" y="0"/>
                </a:moveTo>
                <a:lnTo>
                  <a:pt x="796411" y="0"/>
                </a:lnTo>
                <a:lnTo>
                  <a:pt x="791331" y="253"/>
                </a:lnTo>
                <a:lnTo>
                  <a:pt x="771519" y="7619"/>
                </a:lnTo>
                <a:lnTo>
                  <a:pt x="771519" y="283337"/>
                </a:lnTo>
                <a:lnTo>
                  <a:pt x="772027" y="284606"/>
                </a:lnTo>
                <a:lnTo>
                  <a:pt x="773043" y="285622"/>
                </a:lnTo>
                <a:lnTo>
                  <a:pt x="773932" y="286638"/>
                </a:lnTo>
                <a:lnTo>
                  <a:pt x="775710" y="287527"/>
                </a:lnTo>
                <a:lnTo>
                  <a:pt x="777996" y="288163"/>
                </a:lnTo>
                <a:lnTo>
                  <a:pt x="780409" y="288925"/>
                </a:lnTo>
                <a:lnTo>
                  <a:pt x="783584" y="289432"/>
                </a:lnTo>
                <a:lnTo>
                  <a:pt x="787394" y="289813"/>
                </a:lnTo>
                <a:lnTo>
                  <a:pt x="791331" y="290067"/>
                </a:lnTo>
                <a:lnTo>
                  <a:pt x="796411" y="290321"/>
                </a:lnTo>
                <a:lnTo>
                  <a:pt x="808476" y="290321"/>
                </a:lnTo>
                <a:lnTo>
                  <a:pt x="826764" y="288163"/>
                </a:lnTo>
                <a:lnTo>
                  <a:pt x="829177" y="287527"/>
                </a:lnTo>
                <a:lnTo>
                  <a:pt x="830828" y="286638"/>
                </a:lnTo>
                <a:lnTo>
                  <a:pt x="831844" y="285622"/>
                </a:lnTo>
                <a:lnTo>
                  <a:pt x="832733" y="284606"/>
                </a:lnTo>
                <a:lnTo>
                  <a:pt x="833241" y="283337"/>
                </a:lnTo>
                <a:lnTo>
                  <a:pt x="833241" y="158876"/>
                </a:lnTo>
                <a:lnTo>
                  <a:pt x="839668" y="152330"/>
                </a:lnTo>
                <a:lnTo>
                  <a:pt x="874135" y="130428"/>
                </a:lnTo>
                <a:lnTo>
                  <a:pt x="975059" y="130428"/>
                </a:lnTo>
                <a:lnTo>
                  <a:pt x="973689" y="126474"/>
                </a:lnTo>
                <a:lnTo>
                  <a:pt x="970607" y="119935"/>
                </a:lnTo>
                <a:lnTo>
                  <a:pt x="966882" y="113849"/>
                </a:lnTo>
                <a:lnTo>
                  <a:pt x="964976" y="111378"/>
                </a:lnTo>
                <a:lnTo>
                  <a:pt x="833241" y="111378"/>
                </a:lnTo>
                <a:lnTo>
                  <a:pt x="833241" y="7619"/>
                </a:lnTo>
                <a:lnTo>
                  <a:pt x="813429" y="253"/>
                </a:lnTo>
                <a:lnTo>
                  <a:pt x="808476" y="0"/>
                </a:lnTo>
                <a:close/>
              </a:path>
              <a:path w="980439" h="293369">
                <a:moveTo>
                  <a:pt x="975059" y="130428"/>
                </a:moveTo>
                <a:lnTo>
                  <a:pt x="888232" y="130428"/>
                </a:lnTo>
                <a:lnTo>
                  <a:pt x="893693" y="131444"/>
                </a:lnTo>
                <a:lnTo>
                  <a:pt x="898265" y="133476"/>
                </a:lnTo>
                <a:lnTo>
                  <a:pt x="916426" y="155193"/>
                </a:lnTo>
                <a:lnTo>
                  <a:pt x="917950" y="160274"/>
                </a:lnTo>
                <a:lnTo>
                  <a:pt x="918712" y="167258"/>
                </a:lnTo>
                <a:lnTo>
                  <a:pt x="918712" y="283337"/>
                </a:lnTo>
                <a:lnTo>
                  <a:pt x="919220" y="284606"/>
                </a:lnTo>
                <a:lnTo>
                  <a:pt x="921252" y="286638"/>
                </a:lnTo>
                <a:lnTo>
                  <a:pt x="922903" y="287527"/>
                </a:lnTo>
                <a:lnTo>
                  <a:pt x="925189" y="288163"/>
                </a:lnTo>
                <a:lnTo>
                  <a:pt x="927475" y="288925"/>
                </a:lnTo>
                <a:lnTo>
                  <a:pt x="930523" y="289432"/>
                </a:lnTo>
                <a:lnTo>
                  <a:pt x="934587" y="289813"/>
                </a:lnTo>
                <a:lnTo>
                  <a:pt x="938524" y="290067"/>
                </a:lnTo>
                <a:lnTo>
                  <a:pt x="943604" y="290321"/>
                </a:lnTo>
                <a:lnTo>
                  <a:pt x="955542" y="290321"/>
                </a:lnTo>
                <a:lnTo>
                  <a:pt x="973830" y="288163"/>
                </a:lnTo>
                <a:lnTo>
                  <a:pt x="976116" y="287527"/>
                </a:lnTo>
                <a:lnTo>
                  <a:pt x="977767" y="286638"/>
                </a:lnTo>
                <a:lnTo>
                  <a:pt x="979799" y="284606"/>
                </a:lnTo>
                <a:lnTo>
                  <a:pt x="980307" y="283337"/>
                </a:lnTo>
                <a:lnTo>
                  <a:pt x="980276" y="167258"/>
                </a:lnTo>
                <a:lnTo>
                  <a:pt x="978058" y="141714"/>
                </a:lnTo>
                <a:lnTo>
                  <a:pt x="977949" y="141023"/>
                </a:lnTo>
                <a:lnTo>
                  <a:pt x="976116" y="133476"/>
                </a:lnTo>
                <a:lnTo>
                  <a:pt x="975059" y="130428"/>
                </a:lnTo>
                <a:close/>
              </a:path>
              <a:path w="980439" h="293369">
                <a:moveTo>
                  <a:pt x="900170" y="84962"/>
                </a:moveTo>
                <a:lnTo>
                  <a:pt x="857512" y="95234"/>
                </a:lnTo>
                <a:lnTo>
                  <a:pt x="833241" y="111378"/>
                </a:lnTo>
                <a:lnTo>
                  <a:pt x="964976" y="111378"/>
                </a:lnTo>
                <a:lnTo>
                  <a:pt x="929691" y="88445"/>
                </a:lnTo>
                <a:lnTo>
                  <a:pt x="921167" y="86598"/>
                </a:lnTo>
                <a:lnTo>
                  <a:pt x="921538" y="86598"/>
                </a:lnTo>
                <a:lnTo>
                  <a:pt x="911086" y="85369"/>
                </a:lnTo>
                <a:lnTo>
                  <a:pt x="911550" y="85369"/>
                </a:lnTo>
                <a:lnTo>
                  <a:pt x="900170" y="84962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2755" y="913002"/>
            <a:ext cx="2420366" cy="2957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3854" y="1672589"/>
            <a:ext cx="140416" cy="1092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5065" y="1664842"/>
            <a:ext cx="545485" cy="1183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275" y="1669923"/>
            <a:ext cx="738505" cy="1423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40788" y="1669923"/>
            <a:ext cx="99694" cy="1132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04491" y="1700022"/>
            <a:ext cx="70231" cy="8318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41270" y="1663826"/>
            <a:ext cx="640461" cy="11938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248786" y="1664842"/>
            <a:ext cx="661415" cy="11836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974210" y="1664842"/>
            <a:ext cx="273050" cy="118745"/>
          </a:xfrm>
          <a:custGeom>
            <a:avLst/>
            <a:gdLst/>
            <a:ahLst/>
            <a:cxnLst/>
            <a:rect l="l" t="t" r="r" b="b"/>
            <a:pathLst>
              <a:path w="273050" h="118744">
                <a:moveTo>
                  <a:pt x="66271" y="46355"/>
                </a:moveTo>
                <a:lnTo>
                  <a:pt x="38608" y="46355"/>
                </a:lnTo>
                <a:lnTo>
                  <a:pt x="42671" y="46862"/>
                </a:lnTo>
                <a:lnTo>
                  <a:pt x="42079" y="46862"/>
                </a:lnTo>
                <a:lnTo>
                  <a:pt x="44196" y="47498"/>
                </a:lnTo>
                <a:lnTo>
                  <a:pt x="47011" y="48387"/>
                </a:lnTo>
                <a:lnTo>
                  <a:pt x="46834" y="48387"/>
                </a:lnTo>
                <a:lnTo>
                  <a:pt x="48640" y="49403"/>
                </a:lnTo>
                <a:lnTo>
                  <a:pt x="54610" y="61341"/>
                </a:lnTo>
                <a:lnTo>
                  <a:pt x="54610" y="70104"/>
                </a:lnTo>
                <a:lnTo>
                  <a:pt x="36194" y="70104"/>
                </a:lnTo>
                <a:lnTo>
                  <a:pt x="30225" y="70612"/>
                </a:lnTo>
                <a:lnTo>
                  <a:pt x="2921" y="84201"/>
                </a:lnTo>
                <a:lnTo>
                  <a:pt x="1015" y="87249"/>
                </a:lnTo>
                <a:lnTo>
                  <a:pt x="0" y="91059"/>
                </a:lnTo>
                <a:lnTo>
                  <a:pt x="0" y="98933"/>
                </a:lnTo>
                <a:lnTo>
                  <a:pt x="533" y="101600"/>
                </a:lnTo>
                <a:lnTo>
                  <a:pt x="635" y="102108"/>
                </a:lnTo>
                <a:lnTo>
                  <a:pt x="2159" y="105029"/>
                </a:lnTo>
                <a:lnTo>
                  <a:pt x="3555" y="107823"/>
                </a:lnTo>
                <a:lnTo>
                  <a:pt x="5587" y="110236"/>
                </a:lnTo>
                <a:lnTo>
                  <a:pt x="8127" y="112268"/>
                </a:lnTo>
                <a:lnTo>
                  <a:pt x="10667" y="114173"/>
                </a:lnTo>
                <a:lnTo>
                  <a:pt x="13969" y="115824"/>
                </a:lnTo>
                <a:lnTo>
                  <a:pt x="14176" y="115824"/>
                </a:lnTo>
                <a:lnTo>
                  <a:pt x="21081" y="117729"/>
                </a:lnTo>
                <a:lnTo>
                  <a:pt x="25146" y="118364"/>
                </a:lnTo>
                <a:lnTo>
                  <a:pt x="34798" y="118364"/>
                </a:lnTo>
                <a:lnTo>
                  <a:pt x="39624" y="117348"/>
                </a:lnTo>
                <a:lnTo>
                  <a:pt x="44196" y="115316"/>
                </a:lnTo>
                <a:lnTo>
                  <a:pt x="48767" y="113411"/>
                </a:lnTo>
                <a:lnTo>
                  <a:pt x="52959" y="110617"/>
                </a:lnTo>
                <a:lnTo>
                  <a:pt x="56369" y="107442"/>
                </a:lnTo>
                <a:lnTo>
                  <a:pt x="27050" y="107442"/>
                </a:lnTo>
                <a:lnTo>
                  <a:pt x="23113" y="106299"/>
                </a:lnTo>
                <a:lnTo>
                  <a:pt x="17399" y="101600"/>
                </a:lnTo>
                <a:lnTo>
                  <a:pt x="16001" y="98552"/>
                </a:lnTo>
                <a:lnTo>
                  <a:pt x="16001" y="92329"/>
                </a:lnTo>
                <a:lnTo>
                  <a:pt x="36956" y="80137"/>
                </a:lnTo>
                <a:lnTo>
                  <a:pt x="70230" y="80137"/>
                </a:lnTo>
                <a:lnTo>
                  <a:pt x="70230" y="58928"/>
                </a:lnTo>
                <a:lnTo>
                  <a:pt x="69596" y="54864"/>
                </a:lnTo>
                <a:lnTo>
                  <a:pt x="68452" y="51308"/>
                </a:lnTo>
                <a:lnTo>
                  <a:pt x="67183" y="47752"/>
                </a:lnTo>
                <a:lnTo>
                  <a:pt x="66271" y="46355"/>
                </a:lnTo>
                <a:close/>
              </a:path>
              <a:path w="273050" h="118744">
                <a:moveTo>
                  <a:pt x="70230" y="107187"/>
                </a:moveTo>
                <a:lnTo>
                  <a:pt x="56641" y="107187"/>
                </a:lnTo>
                <a:lnTo>
                  <a:pt x="56641" y="115316"/>
                </a:lnTo>
                <a:lnTo>
                  <a:pt x="56896" y="115824"/>
                </a:lnTo>
                <a:lnTo>
                  <a:pt x="57403" y="116205"/>
                </a:lnTo>
                <a:lnTo>
                  <a:pt x="57785" y="116586"/>
                </a:lnTo>
                <a:lnTo>
                  <a:pt x="58547" y="116840"/>
                </a:lnTo>
                <a:lnTo>
                  <a:pt x="68199" y="116840"/>
                </a:lnTo>
                <a:lnTo>
                  <a:pt x="68961" y="116586"/>
                </a:lnTo>
                <a:lnTo>
                  <a:pt x="69976" y="115824"/>
                </a:lnTo>
                <a:lnTo>
                  <a:pt x="70230" y="115316"/>
                </a:lnTo>
                <a:lnTo>
                  <a:pt x="70230" y="107187"/>
                </a:lnTo>
                <a:close/>
              </a:path>
              <a:path w="273050" h="118744">
                <a:moveTo>
                  <a:pt x="70230" y="80137"/>
                </a:moveTo>
                <a:lnTo>
                  <a:pt x="54610" y="80137"/>
                </a:lnTo>
                <a:lnTo>
                  <a:pt x="54610" y="96139"/>
                </a:lnTo>
                <a:lnTo>
                  <a:pt x="50800" y="99949"/>
                </a:lnTo>
                <a:lnTo>
                  <a:pt x="47116" y="102870"/>
                </a:lnTo>
                <a:lnTo>
                  <a:pt x="43561" y="104648"/>
                </a:lnTo>
                <a:lnTo>
                  <a:pt x="40004" y="106553"/>
                </a:lnTo>
                <a:lnTo>
                  <a:pt x="36194" y="107442"/>
                </a:lnTo>
                <a:lnTo>
                  <a:pt x="56369" y="107442"/>
                </a:lnTo>
                <a:lnTo>
                  <a:pt x="56641" y="107187"/>
                </a:lnTo>
                <a:lnTo>
                  <a:pt x="70230" y="107187"/>
                </a:lnTo>
                <a:lnTo>
                  <a:pt x="70230" y="80137"/>
                </a:lnTo>
                <a:close/>
              </a:path>
              <a:path w="273050" h="118744">
                <a:moveTo>
                  <a:pt x="42672" y="35179"/>
                </a:moveTo>
                <a:lnTo>
                  <a:pt x="33147" y="35179"/>
                </a:lnTo>
                <a:lnTo>
                  <a:pt x="29972" y="35433"/>
                </a:lnTo>
                <a:lnTo>
                  <a:pt x="23494" y="36449"/>
                </a:lnTo>
                <a:lnTo>
                  <a:pt x="20447" y="37211"/>
                </a:lnTo>
                <a:lnTo>
                  <a:pt x="17779" y="37973"/>
                </a:lnTo>
                <a:lnTo>
                  <a:pt x="14986" y="38735"/>
                </a:lnTo>
                <a:lnTo>
                  <a:pt x="12573" y="39624"/>
                </a:lnTo>
                <a:lnTo>
                  <a:pt x="10540" y="40640"/>
                </a:lnTo>
                <a:lnTo>
                  <a:pt x="8381" y="41656"/>
                </a:lnTo>
                <a:lnTo>
                  <a:pt x="4444" y="45593"/>
                </a:lnTo>
                <a:lnTo>
                  <a:pt x="4444" y="51816"/>
                </a:lnTo>
                <a:lnTo>
                  <a:pt x="4597" y="52197"/>
                </a:lnTo>
                <a:lnTo>
                  <a:pt x="4699" y="52451"/>
                </a:lnTo>
                <a:lnTo>
                  <a:pt x="5016" y="52959"/>
                </a:lnTo>
                <a:lnTo>
                  <a:pt x="5206" y="53340"/>
                </a:lnTo>
                <a:lnTo>
                  <a:pt x="5714" y="53848"/>
                </a:lnTo>
                <a:lnTo>
                  <a:pt x="5968" y="53848"/>
                </a:lnTo>
                <a:lnTo>
                  <a:pt x="6540" y="54229"/>
                </a:lnTo>
                <a:lnTo>
                  <a:pt x="8000" y="54229"/>
                </a:lnTo>
                <a:lnTo>
                  <a:pt x="9271" y="53848"/>
                </a:lnTo>
                <a:lnTo>
                  <a:pt x="10794" y="52959"/>
                </a:lnTo>
                <a:lnTo>
                  <a:pt x="12318" y="52197"/>
                </a:lnTo>
                <a:lnTo>
                  <a:pt x="14224" y="51308"/>
                </a:lnTo>
                <a:lnTo>
                  <a:pt x="16510" y="50292"/>
                </a:lnTo>
                <a:lnTo>
                  <a:pt x="18923" y="49403"/>
                </a:lnTo>
                <a:lnTo>
                  <a:pt x="21589" y="48387"/>
                </a:lnTo>
                <a:lnTo>
                  <a:pt x="27686" y="46862"/>
                </a:lnTo>
                <a:lnTo>
                  <a:pt x="31114" y="46355"/>
                </a:lnTo>
                <a:lnTo>
                  <a:pt x="66271" y="46355"/>
                </a:lnTo>
                <a:lnTo>
                  <a:pt x="65277" y="44831"/>
                </a:lnTo>
                <a:lnTo>
                  <a:pt x="59943" y="40005"/>
                </a:lnTo>
                <a:lnTo>
                  <a:pt x="56514" y="38227"/>
                </a:lnTo>
                <a:lnTo>
                  <a:pt x="52197" y="36957"/>
                </a:lnTo>
                <a:lnTo>
                  <a:pt x="47878" y="35814"/>
                </a:lnTo>
                <a:lnTo>
                  <a:pt x="42672" y="35179"/>
                </a:lnTo>
                <a:close/>
              </a:path>
              <a:path w="273050" h="118744">
                <a:moveTo>
                  <a:pt x="112310" y="116712"/>
                </a:moveTo>
                <a:lnTo>
                  <a:pt x="100964" y="116712"/>
                </a:lnTo>
                <a:lnTo>
                  <a:pt x="101726" y="116967"/>
                </a:lnTo>
                <a:lnTo>
                  <a:pt x="111378" y="116967"/>
                </a:lnTo>
                <a:lnTo>
                  <a:pt x="112310" y="116712"/>
                </a:lnTo>
                <a:close/>
              </a:path>
              <a:path w="273050" h="118744">
                <a:moveTo>
                  <a:pt x="170179" y="116712"/>
                </a:moveTo>
                <a:lnTo>
                  <a:pt x="158876" y="116712"/>
                </a:lnTo>
                <a:lnTo>
                  <a:pt x="159638" y="116967"/>
                </a:lnTo>
                <a:lnTo>
                  <a:pt x="169417" y="116967"/>
                </a:lnTo>
                <a:lnTo>
                  <a:pt x="170179" y="116712"/>
                </a:lnTo>
                <a:close/>
              </a:path>
              <a:path w="273050" h="118744">
                <a:moveTo>
                  <a:pt x="109473" y="36449"/>
                </a:moveTo>
                <a:lnTo>
                  <a:pt x="102362" y="36449"/>
                </a:lnTo>
                <a:lnTo>
                  <a:pt x="100711" y="36703"/>
                </a:lnTo>
                <a:lnTo>
                  <a:pt x="100202" y="36957"/>
                </a:lnTo>
                <a:lnTo>
                  <a:pt x="99567" y="37211"/>
                </a:lnTo>
                <a:lnTo>
                  <a:pt x="99187" y="37465"/>
                </a:lnTo>
                <a:lnTo>
                  <a:pt x="99060" y="37846"/>
                </a:lnTo>
                <a:lnTo>
                  <a:pt x="98805" y="38100"/>
                </a:lnTo>
                <a:lnTo>
                  <a:pt x="98805" y="115443"/>
                </a:lnTo>
                <a:lnTo>
                  <a:pt x="99060" y="115697"/>
                </a:lnTo>
                <a:lnTo>
                  <a:pt x="99313" y="116078"/>
                </a:lnTo>
                <a:lnTo>
                  <a:pt x="99694" y="116332"/>
                </a:lnTo>
                <a:lnTo>
                  <a:pt x="100647" y="116712"/>
                </a:lnTo>
                <a:lnTo>
                  <a:pt x="112458" y="116712"/>
                </a:lnTo>
                <a:lnTo>
                  <a:pt x="113411" y="116332"/>
                </a:lnTo>
                <a:lnTo>
                  <a:pt x="113791" y="116078"/>
                </a:lnTo>
                <a:lnTo>
                  <a:pt x="114046" y="115697"/>
                </a:lnTo>
                <a:lnTo>
                  <a:pt x="114300" y="115443"/>
                </a:lnTo>
                <a:lnTo>
                  <a:pt x="114426" y="61722"/>
                </a:lnTo>
                <a:lnTo>
                  <a:pt x="118744" y="56896"/>
                </a:lnTo>
                <a:lnTo>
                  <a:pt x="122809" y="53340"/>
                </a:lnTo>
                <a:lnTo>
                  <a:pt x="126746" y="50927"/>
                </a:lnTo>
                <a:lnTo>
                  <a:pt x="129895" y="48895"/>
                </a:lnTo>
                <a:lnTo>
                  <a:pt x="112902" y="48895"/>
                </a:lnTo>
                <a:lnTo>
                  <a:pt x="112775" y="38100"/>
                </a:lnTo>
                <a:lnTo>
                  <a:pt x="112522" y="37846"/>
                </a:lnTo>
                <a:lnTo>
                  <a:pt x="112394" y="37465"/>
                </a:lnTo>
                <a:lnTo>
                  <a:pt x="112013" y="37211"/>
                </a:lnTo>
                <a:lnTo>
                  <a:pt x="110998" y="36703"/>
                </a:lnTo>
                <a:lnTo>
                  <a:pt x="109473" y="36449"/>
                </a:lnTo>
                <a:close/>
              </a:path>
              <a:path w="273050" h="118744">
                <a:moveTo>
                  <a:pt x="167801" y="47117"/>
                </a:moveTo>
                <a:lnTo>
                  <a:pt x="141604" y="47117"/>
                </a:lnTo>
                <a:lnTo>
                  <a:pt x="144272" y="47625"/>
                </a:lnTo>
                <a:lnTo>
                  <a:pt x="148843" y="49657"/>
                </a:lnTo>
                <a:lnTo>
                  <a:pt x="156844" y="115443"/>
                </a:lnTo>
                <a:lnTo>
                  <a:pt x="157099" y="115697"/>
                </a:lnTo>
                <a:lnTo>
                  <a:pt x="157352" y="116078"/>
                </a:lnTo>
                <a:lnTo>
                  <a:pt x="157734" y="116332"/>
                </a:lnTo>
                <a:lnTo>
                  <a:pt x="158686" y="116712"/>
                </a:lnTo>
                <a:lnTo>
                  <a:pt x="170561" y="116712"/>
                </a:lnTo>
                <a:lnTo>
                  <a:pt x="171323" y="116332"/>
                </a:lnTo>
                <a:lnTo>
                  <a:pt x="171703" y="116078"/>
                </a:lnTo>
                <a:lnTo>
                  <a:pt x="171958" y="115697"/>
                </a:lnTo>
                <a:lnTo>
                  <a:pt x="172212" y="115443"/>
                </a:lnTo>
                <a:lnTo>
                  <a:pt x="172187" y="61722"/>
                </a:lnTo>
                <a:lnTo>
                  <a:pt x="171830" y="58420"/>
                </a:lnTo>
                <a:lnTo>
                  <a:pt x="169900" y="51181"/>
                </a:lnTo>
                <a:lnTo>
                  <a:pt x="169799" y="50800"/>
                </a:lnTo>
                <a:lnTo>
                  <a:pt x="168021" y="47371"/>
                </a:lnTo>
                <a:lnTo>
                  <a:pt x="167801" y="47117"/>
                </a:lnTo>
                <a:close/>
              </a:path>
              <a:path w="273050" h="118744">
                <a:moveTo>
                  <a:pt x="153960" y="36703"/>
                </a:moveTo>
                <a:lnTo>
                  <a:pt x="131007" y="36703"/>
                </a:lnTo>
                <a:lnTo>
                  <a:pt x="127253" y="38481"/>
                </a:lnTo>
                <a:lnTo>
                  <a:pt x="122554" y="40640"/>
                </a:lnTo>
                <a:lnTo>
                  <a:pt x="117728" y="44196"/>
                </a:lnTo>
                <a:lnTo>
                  <a:pt x="112902" y="48895"/>
                </a:lnTo>
                <a:lnTo>
                  <a:pt x="129895" y="48895"/>
                </a:lnTo>
                <a:lnTo>
                  <a:pt x="130683" y="48387"/>
                </a:lnTo>
                <a:lnTo>
                  <a:pt x="134619" y="47117"/>
                </a:lnTo>
                <a:lnTo>
                  <a:pt x="167801" y="47117"/>
                </a:lnTo>
                <a:lnTo>
                  <a:pt x="165608" y="44577"/>
                </a:lnTo>
                <a:lnTo>
                  <a:pt x="163194" y="41656"/>
                </a:lnTo>
                <a:lnTo>
                  <a:pt x="160019" y="39370"/>
                </a:lnTo>
                <a:lnTo>
                  <a:pt x="156503" y="37846"/>
                </a:lnTo>
                <a:lnTo>
                  <a:pt x="153960" y="36703"/>
                </a:lnTo>
                <a:close/>
              </a:path>
              <a:path w="273050" h="118744">
                <a:moveTo>
                  <a:pt x="131543" y="36449"/>
                </a:moveTo>
                <a:lnTo>
                  <a:pt x="109347" y="36449"/>
                </a:lnTo>
                <a:lnTo>
                  <a:pt x="111124" y="36703"/>
                </a:lnTo>
                <a:lnTo>
                  <a:pt x="131007" y="36703"/>
                </a:lnTo>
                <a:lnTo>
                  <a:pt x="131543" y="36449"/>
                </a:lnTo>
                <a:close/>
              </a:path>
              <a:path w="273050" h="118744">
                <a:moveTo>
                  <a:pt x="147447" y="35179"/>
                </a:moveTo>
                <a:lnTo>
                  <a:pt x="136905" y="35179"/>
                </a:lnTo>
                <a:lnTo>
                  <a:pt x="132079" y="36195"/>
                </a:lnTo>
                <a:lnTo>
                  <a:pt x="131543" y="36449"/>
                </a:lnTo>
                <a:lnTo>
                  <a:pt x="153397" y="36449"/>
                </a:lnTo>
                <a:lnTo>
                  <a:pt x="152273" y="35941"/>
                </a:lnTo>
                <a:lnTo>
                  <a:pt x="147447" y="35179"/>
                </a:lnTo>
                <a:close/>
              </a:path>
              <a:path w="273050" h="118744">
                <a:moveTo>
                  <a:pt x="235838" y="35179"/>
                </a:moveTo>
                <a:lnTo>
                  <a:pt x="224789" y="35179"/>
                </a:lnTo>
                <a:lnTo>
                  <a:pt x="219455" y="36195"/>
                </a:lnTo>
                <a:lnTo>
                  <a:pt x="196341" y="60071"/>
                </a:lnTo>
                <a:lnTo>
                  <a:pt x="194690" y="65278"/>
                </a:lnTo>
                <a:lnTo>
                  <a:pt x="193928" y="71247"/>
                </a:lnTo>
                <a:lnTo>
                  <a:pt x="193990" y="83693"/>
                </a:lnTo>
                <a:lnTo>
                  <a:pt x="194440" y="87376"/>
                </a:lnTo>
                <a:lnTo>
                  <a:pt x="194563" y="88392"/>
                </a:lnTo>
                <a:lnTo>
                  <a:pt x="222376" y="118364"/>
                </a:lnTo>
                <a:lnTo>
                  <a:pt x="234441" y="118364"/>
                </a:lnTo>
                <a:lnTo>
                  <a:pt x="239242" y="117221"/>
                </a:lnTo>
                <a:lnTo>
                  <a:pt x="239522" y="117221"/>
                </a:lnTo>
                <a:lnTo>
                  <a:pt x="249427" y="112268"/>
                </a:lnTo>
                <a:lnTo>
                  <a:pt x="254126" y="108966"/>
                </a:lnTo>
                <a:lnTo>
                  <a:pt x="256741" y="106426"/>
                </a:lnTo>
                <a:lnTo>
                  <a:pt x="227329" y="106426"/>
                </a:lnTo>
                <a:lnTo>
                  <a:pt x="223900" y="105537"/>
                </a:lnTo>
                <a:lnTo>
                  <a:pt x="221234" y="103886"/>
                </a:lnTo>
                <a:lnTo>
                  <a:pt x="218439" y="102235"/>
                </a:lnTo>
                <a:lnTo>
                  <a:pt x="216280" y="99949"/>
                </a:lnTo>
                <a:lnTo>
                  <a:pt x="214629" y="97028"/>
                </a:lnTo>
                <a:lnTo>
                  <a:pt x="213054" y="94361"/>
                </a:lnTo>
                <a:lnTo>
                  <a:pt x="211836" y="91059"/>
                </a:lnTo>
                <a:lnTo>
                  <a:pt x="211200" y="87376"/>
                </a:lnTo>
                <a:lnTo>
                  <a:pt x="210438" y="83693"/>
                </a:lnTo>
                <a:lnTo>
                  <a:pt x="210185" y="80010"/>
                </a:lnTo>
                <a:lnTo>
                  <a:pt x="210185" y="72644"/>
                </a:lnTo>
                <a:lnTo>
                  <a:pt x="210565" y="69087"/>
                </a:lnTo>
                <a:lnTo>
                  <a:pt x="221996" y="49657"/>
                </a:lnTo>
                <a:lnTo>
                  <a:pt x="224662" y="47879"/>
                </a:lnTo>
                <a:lnTo>
                  <a:pt x="228091" y="47117"/>
                </a:lnTo>
                <a:lnTo>
                  <a:pt x="272466" y="47117"/>
                </a:lnTo>
                <a:lnTo>
                  <a:pt x="272465" y="46609"/>
                </a:lnTo>
                <a:lnTo>
                  <a:pt x="256793" y="46609"/>
                </a:lnTo>
                <a:lnTo>
                  <a:pt x="252729" y="42799"/>
                </a:lnTo>
                <a:lnTo>
                  <a:pt x="248850" y="40132"/>
                </a:lnTo>
                <a:lnTo>
                  <a:pt x="244475" y="38100"/>
                </a:lnTo>
                <a:lnTo>
                  <a:pt x="240664" y="36195"/>
                </a:lnTo>
                <a:lnTo>
                  <a:pt x="241064" y="36195"/>
                </a:lnTo>
                <a:lnTo>
                  <a:pt x="235838" y="35179"/>
                </a:lnTo>
                <a:close/>
              </a:path>
              <a:path w="273050" h="118744">
                <a:moveTo>
                  <a:pt x="272530" y="104648"/>
                </a:moveTo>
                <a:lnTo>
                  <a:pt x="258572" y="104648"/>
                </a:lnTo>
                <a:lnTo>
                  <a:pt x="258699" y="115443"/>
                </a:lnTo>
                <a:lnTo>
                  <a:pt x="258952" y="115824"/>
                </a:lnTo>
                <a:lnTo>
                  <a:pt x="259206" y="116078"/>
                </a:lnTo>
                <a:lnTo>
                  <a:pt x="260223" y="116586"/>
                </a:lnTo>
                <a:lnTo>
                  <a:pt x="260858" y="116840"/>
                </a:lnTo>
                <a:lnTo>
                  <a:pt x="270510" y="116840"/>
                </a:lnTo>
                <a:lnTo>
                  <a:pt x="272530" y="104648"/>
                </a:lnTo>
                <a:close/>
              </a:path>
              <a:path w="273050" h="118744">
                <a:moveTo>
                  <a:pt x="272466" y="47117"/>
                </a:moveTo>
                <a:lnTo>
                  <a:pt x="236474" y="47117"/>
                </a:lnTo>
                <a:lnTo>
                  <a:pt x="240537" y="48260"/>
                </a:lnTo>
                <a:lnTo>
                  <a:pt x="244475" y="50800"/>
                </a:lnTo>
                <a:lnTo>
                  <a:pt x="248412" y="53212"/>
                </a:lnTo>
                <a:lnTo>
                  <a:pt x="252602" y="56769"/>
                </a:lnTo>
                <a:lnTo>
                  <a:pt x="256793" y="61341"/>
                </a:lnTo>
                <a:lnTo>
                  <a:pt x="256793" y="91694"/>
                </a:lnTo>
                <a:lnTo>
                  <a:pt x="243459" y="103124"/>
                </a:lnTo>
                <a:lnTo>
                  <a:pt x="241426" y="104394"/>
                </a:lnTo>
                <a:lnTo>
                  <a:pt x="239394" y="105156"/>
                </a:lnTo>
                <a:lnTo>
                  <a:pt x="235108" y="106299"/>
                </a:lnTo>
                <a:lnTo>
                  <a:pt x="234569" y="106299"/>
                </a:lnTo>
                <a:lnTo>
                  <a:pt x="233552" y="106426"/>
                </a:lnTo>
                <a:lnTo>
                  <a:pt x="256741" y="106426"/>
                </a:lnTo>
                <a:lnTo>
                  <a:pt x="258572" y="104648"/>
                </a:lnTo>
                <a:lnTo>
                  <a:pt x="272530" y="104648"/>
                </a:lnTo>
                <a:lnTo>
                  <a:pt x="272466" y="47117"/>
                </a:lnTo>
                <a:close/>
              </a:path>
              <a:path w="273050" h="118744">
                <a:moveTo>
                  <a:pt x="270255" y="381"/>
                </a:moveTo>
                <a:lnTo>
                  <a:pt x="259079" y="381"/>
                </a:lnTo>
                <a:lnTo>
                  <a:pt x="257810" y="889"/>
                </a:lnTo>
                <a:lnTo>
                  <a:pt x="257301" y="1143"/>
                </a:lnTo>
                <a:lnTo>
                  <a:pt x="257175" y="1524"/>
                </a:lnTo>
                <a:lnTo>
                  <a:pt x="256921" y="1778"/>
                </a:lnTo>
                <a:lnTo>
                  <a:pt x="256793" y="2159"/>
                </a:lnTo>
                <a:lnTo>
                  <a:pt x="256793" y="46609"/>
                </a:lnTo>
                <a:lnTo>
                  <a:pt x="272465" y="46609"/>
                </a:lnTo>
                <a:lnTo>
                  <a:pt x="272414" y="1778"/>
                </a:lnTo>
                <a:lnTo>
                  <a:pt x="272161" y="1524"/>
                </a:lnTo>
                <a:lnTo>
                  <a:pt x="271906" y="1143"/>
                </a:lnTo>
                <a:lnTo>
                  <a:pt x="270890" y="635"/>
                </a:lnTo>
                <a:lnTo>
                  <a:pt x="270255" y="381"/>
                </a:lnTo>
                <a:close/>
              </a:path>
              <a:path w="273050" h="118744">
                <a:moveTo>
                  <a:pt x="267461" y="0"/>
                </a:moveTo>
                <a:lnTo>
                  <a:pt x="261874" y="0"/>
                </a:lnTo>
                <a:lnTo>
                  <a:pt x="258826" y="381"/>
                </a:lnTo>
                <a:lnTo>
                  <a:pt x="270509" y="381"/>
                </a:lnTo>
                <a:lnTo>
                  <a:pt x="267461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317491" y="1664842"/>
            <a:ext cx="1307465" cy="147320"/>
            <a:chOff x="4317491" y="1664842"/>
            <a:chExt cx="1307465" cy="14732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17491" y="1664842"/>
              <a:ext cx="625983" cy="11836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62652" y="1681352"/>
              <a:ext cx="662305" cy="130810"/>
            </a:xfrm>
            <a:custGeom>
              <a:avLst/>
              <a:gdLst/>
              <a:ahLst/>
              <a:cxnLst/>
              <a:rect l="l" t="t" r="r" b="b"/>
              <a:pathLst>
                <a:path w="662304" h="130810">
                  <a:moveTo>
                    <a:pt x="46355" y="55753"/>
                  </a:moveTo>
                  <a:lnTo>
                    <a:pt x="46228" y="54991"/>
                  </a:lnTo>
                  <a:lnTo>
                    <a:pt x="45974" y="54356"/>
                  </a:lnTo>
                  <a:lnTo>
                    <a:pt x="45847" y="53721"/>
                  </a:lnTo>
                  <a:lnTo>
                    <a:pt x="45466" y="53213"/>
                  </a:lnTo>
                  <a:lnTo>
                    <a:pt x="45212" y="52705"/>
                  </a:lnTo>
                  <a:lnTo>
                    <a:pt x="44831" y="52451"/>
                  </a:lnTo>
                  <a:lnTo>
                    <a:pt x="44450" y="52324"/>
                  </a:lnTo>
                  <a:lnTo>
                    <a:pt x="44069" y="52070"/>
                  </a:lnTo>
                  <a:lnTo>
                    <a:pt x="2286" y="52070"/>
                  </a:lnTo>
                  <a:lnTo>
                    <a:pt x="1397" y="52451"/>
                  </a:lnTo>
                  <a:lnTo>
                    <a:pt x="254" y="54102"/>
                  </a:lnTo>
                  <a:lnTo>
                    <a:pt x="0" y="55626"/>
                  </a:lnTo>
                  <a:lnTo>
                    <a:pt x="0" y="59817"/>
                  </a:lnTo>
                  <a:lnTo>
                    <a:pt x="254" y="61341"/>
                  </a:lnTo>
                  <a:lnTo>
                    <a:pt x="762" y="62230"/>
                  </a:lnTo>
                  <a:lnTo>
                    <a:pt x="1397" y="63119"/>
                  </a:lnTo>
                  <a:lnTo>
                    <a:pt x="2286" y="63500"/>
                  </a:lnTo>
                  <a:lnTo>
                    <a:pt x="44196" y="63500"/>
                  </a:lnTo>
                  <a:lnTo>
                    <a:pt x="44958" y="63119"/>
                  </a:lnTo>
                  <a:lnTo>
                    <a:pt x="46101" y="61468"/>
                  </a:lnTo>
                  <a:lnTo>
                    <a:pt x="46355" y="59944"/>
                  </a:lnTo>
                  <a:lnTo>
                    <a:pt x="46355" y="57785"/>
                  </a:lnTo>
                  <a:lnTo>
                    <a:pt x="46355" y="55753"/>
                  </a:lnTo>
                  <a:close/>
                </a:path>
                <a:path w="662304" h="130810">
                  <a:moveTo>
                    <a:pt x="122555" y="74295"/>
                  </a:moveTo>
                  <a:lnTo>
                    <a:pt x="121970" y="71755"/>
                  </a:lnTo>
                  <a:lnTo>
                    <a:pt x="121920" y="71501"/>
                  </a:lnTo>
                  <a:lnTo>
                    <a:pt x="120777" y="69088"/>
                  </a:lnTo>
                  <a:lnTo>
                    <a:pt x="108839" y="58801"/>
                  </a:lnTo>
                  <a:lnTo>
                    <a:pt x="106426" y="57658"/>
                  </a:lnTo>
                  <a:lnTo>
                    <a:pt x="100838" y="55499"/>
                  </a:lnTo>
                  <a:lnTo>
                    <a:pt x="95504" y="53721"/>
                  </a:lnTo>
                  <a:lnTo>
                    <a:pt x="92964" y="52832"/>
                  </a:lnTo>
                  <a:lnTo>
                    <a:pt x="79121" y="42545"/>
                  </a:lnTo>
                  <a:lnTo>
                    <a:pt x="79121" y="38735"/>
                  </a:lnTo>
                  <a:lnTo>
                    <a:pt x="79502" y="37338"/>
                  </a:lnTo>
                  <a:lnTo>
                    <a:pt x="80137" y="35941"/>
                  </a:lnTo>
                  <a:lnTo>
                    <a:pt x="80645" y="34925"/>
                  </a:lnTo>
                  <a:lnTo>
                    <a:pt x="80772" y="34671"/>
                  </a:lnTo>
                  <a:lnTo>
                    <a:pt x="89662" y="29845"/>
                  </a:lnTo>
                  <a:lnTo>
                    <a:pt x="89027" y="29845"/>
                  </a:lnTo>
                  <a:lnTo>
                    <a:pt x="92456" y="29464"/>
                  </a:lnTo>
                  <a:lnTo>
                    <a:pt x="98044" y="29464"/>
                  </a:lnTo>
                  <a:lnTo>
                    <a:pt x="102031" y="29845"/>
                  </a:lnTo>
                  <a:lnTo>
                    <a:pt x="101168" y="29845"/>
                  </a:lnTo>
                  <a:lnTo>
                    <a:pt x="102997" y="30353"/>
                  </a:lnTo>
                  <a:lnTo>
                    <a:pt x="114300" y="34925"/>
                  </a:lnTo>
                  <a:lnTo>
                    <a:pt x="115620" y="35306"/>
                  </a:lnTo>
                  <a:lnTo>
                    <a:pt x="116840" y="34925"/>
                  </a:lnTo>
                  <a:lnTo>
                    <a:pt x="117348" y="34417"/>
                  </a:lnTo>
                  <a:lnTo>
                    <a:pt x="117602" y="33909"/>
                  </a:lnTo>
                  <a:lnTo>
                    <a:pt x="117767" y="33655"/>
                  </a:lnTo>
                  <a:lnTo>
                    <a:pt x="117856" y="29464"/>
                  </a:lnTo>
                  <a:lnTo>
                    <a:pt x="117856" y="26289"/>
                  </a:lnTo>
                  <a:lnTo>
                    <a:pt x="117729" y="25908"/>
                  </a:lnTo>
                  <a:lnTo>
                    <a:pt x="117729" y="25527"/>
                  </a:lnTo>
                  <a:lnTo>
                    <a:pt x="117475" y="25146"/>
                  </a:lnTo>
                  <a:lnTo>
                    <a:pt x="117348" y="24765"/>
                  </a:lnTo>
                  <a:lnTo>
                    <a:pt x="117094" y="24384"/>
                  </a:lnTo>
                  <a:lnTo>
                    <a:pt x="116586" y="24003"/>
                  </a:lnTo>
                  <a:lnTo>
                    <a:pt x="115951" y="23622"/>
                  </a:lnTo>
                  <a:lnTo>
                    <a:pt x="115316" y="23114"/>
                  </a:lnTo>
                  <a:lnTo>
                    <a:pt x="114300" y="22606"/>
                  </a:lnTo>
                  <a:lnTo>
                    <a:pt x="113030" y="22098"/>
                  </a:lnTo>
                  <a:lnTo>
                    <a:pt x="111760" y="21463"/>
                  </a:lnTo>
                  <a:lnTo>
                    <a:pt x="110109" y="20955"/>
                  </a:lnTo>
                  <a:lnTo>
                    <a:pt x="106553" y="19939"/>
                  </a:lnTo>
                  <a:lnTo>
                    <a:pt x="104394" y="19431"/>
                  </a:lnTo>
                  <a:lnTo>
                    <a:pt x="102108" y="19177"/>
                  </a:lnTo>
                  <a:lnTo>
                    <a:pt x="99822" y="18796"/>
                  </a:lnTo>
                  <a:lnTo>
                    <a:pt x="89255" y="18796"/>
                  </a:lnTo>
                  <a:lnTo>
                    <a:pt x="84683" y="19431"/>
                  </a:lnTo>
                  <a:lnTo>
                    <a:pt x="85153" y="19431"/>
                  </a:lnTo>
                  <a:lnTo>
                    <a:pt x="81661" y="20447"/>
                  </a:lnTo>
                  <a:lnTo>
                    <a:pt x="64135" y="38100"/>
                  </a:lnTo>
                  <a:lnTo>
                    <a:pt x="64135" y="44450"/>
                  </a:lnTo>
                  <a:lnTo>
                    <a:pt x="64770" y="47371"/>
                  </a:lnTo>
                  <a:lnTo>
                    <a:pt x="66040" y="49784"/>
                  </a:lnTo>
                  <a:lnTo>
                    <a:pt x="67056" y="51943"/>
                  </a:lnTo>
                  <a:lnTo>
                    <a:pt x="77724" y="60325"/>
                  </a:lnTo>
                  <a:lnTo>
                    <a:pt x="80391" y="61595"/>
                  </a:lnTo>
                  <a:lnTo>
                    <a:pt x="82931" y="62611"/>
                  </a:lnTo>
                  <a:lnTo>
                    <a:pt x="85725" y="63627"/>
                  </a:lnTo>
                  <a:lnTo>
                    <a:pt x="88392" y="64516"/>
                  </a:lnTo>
                  <a:lnTo>
                    <a:pt x="90932" y="65532"/>
                  </a:lnTo>
                  <a:lnTo>
                    <a:pt x="107061" y="76454"/>
                  </a:lnTo>
                  <a:lnTo>
                    <a:pt x="107061" y="80645"/>
                  </a:lnTo>
                  <a:lnTo>
                    <a:pt x="98361" y="89535"/>
                  </a:lnTo>
                  <a:lnTo>
                    <a:pt x="98132" y="89535"/>
                  </a:lnTo>
                  <a:lnTo>
                    <a:pt x="94361" y="90424"/>
                  </a:lnTo>
                  <a:lnTo>
                    <a:pt x="91948" y="90678"/>
                  </a:lnTo>
                  <a:lnTo>
                    <a:pt x="85725" y="90678"/>
                  </a:lnTo>
                  <a:lnTo>
                    <a:pt x="83680" y="90424"/>
                  </a:lnTo>
                  <a:lnTo>
                    <a:pt x="83134" y="90424"/>
                  </a:lnTo>
                  <a:lnTo>
                    <a:pt x="79883" y="89535"/>
                  </a:lnTo>
                  <a:lnTo>
                    <a:pt x="77216" y="88773"/>
                  </a:lnTo>
                  <a:lnTo>
                    <a:pt x="74803" y="88011"/>
                  </a:lnTo>
                  <a:lnTo>
                    <a:pt x="73164" y="87249"/>
                  </a:lnTo>
                  <a:lnTo>
                    <a:pt x="70866" y="86233"/>
                  </a:lnTo>
                  <a:lnTo>
                    <a:pt x="66649" y="83947"/>
                  </a:lnTo>
                  <a:lnTo>
                    <a:pt x="65405" y="83439"/>
                  </a:lnTo>
                  <a:lnTo>
                    <a:pt x="64262" y="83439"/>
                  </a:lnTo>
                  <a:lnTo>
                    <a:pt x="63881" y="83566"/>
                  </a:lnTo>
                  <a:lnTo>
                    <a:pt x="63309" y="83947"/>
                  </a:lnTo>
                  <a:lnTo>
                    <a:pt x="63119" y="83947"/>
                  </a:lnTo>
                  <a:lnTo>
                    <a:pt x="62865" y="84328"/>
                  </a:lnTo>
                  <a:lnTo>
                    <a:pt x="62674" y="84836"/>
                  </a:lnTo>
                  <a:lnTo>
                    <a:pt x="62484" y="85217"/>
                  </a:lnTo>
                  <a:lnTo>
                    <a:pt x="62357" y="85725"/>
                  </a:lnTo>
                  <a:lnTo>
                    <a:pt x="62268" y="86233"/>
                  </a:lnTo>
                  <a:lnTo>
                    <a:pt x="62179" y="86741"/>
                  </a:lnTo>
                  <a:lnTo>
                    <a:pt x="67437" y="97536"/>
                  </a:lnTo>
                  <a:lnTo>
                    <a:pt x="68834" y="98298"/>
                  </a:lnTo>
                  <a:lnTo>
                    <a:pt x="85979" y="101854"/>
                  </a:lnTo>
                  <a:lnTo>
                    <a:pt x="93980" y="101854"/>
                  </a:lnTo>
                  <a:lnTo>
                    <a:pt x="118618" y="90678"/>
                  </a:lnTo>
                  <a:lnTo>
                    <a:pt x="121793" y="84836"/>
                  </a:lnTo>
                  <a:lnTo>
                    <a:pt x="122555" y="81407"/>
                  </a:lnTo>
                  <a:lnTo>
                    <a:pt x="122555" y="74295"/>
                  </a:lnTo>
                  <a:close/>
                </a:path>
                <a:path w="662304" h="130810">
                  <a:moveTo>
                    <a:pt x="216763" y="88138"/>
                  </a:moveTo>
                  <a:lnTo>
                    <a:pt x="216662" y="21590"/>
                  </a:lnTo>
                  <a:lnTo>
                    <a:pt x="216408" y="21336"/>
                  </a:lnTo>
                  <a:lnTo>
                    <a:pt x="216154" y="20955"/>
                  </a:lnTo>
                  <a:lnTo>
                    <a:pt x="215138" y="20447"/>
                  </a:lnTo>
                  <a:lnTo>
                    <a:pt x="214503" y="20193"/>
                  </a:lnTo>
                  <a:lnTo>
                    <a:pt x="214744" y="20193"/>
                  </a:lnTo>
                  <a:lnTo>
                    <a:pt x="212725" y="19939"/>
                  </a:lnTo>
                  <a:lnTo>
                    <a:pt x="205105" y="19939"/>
                  </a:lnTo>
                  <a:lnTo>
                    <a:pt x="204089" y="20066"/>
                  </a:lnTo>
                  <a:lnTo>
                    <a:pt x="204851" y="19939"/>
                  </a:lnTo>
                  <a:lnTo>
                    <a:pt x="203327" y="19939"/>
                  </a:lnTo>
                  <a:lnTo>
                    <a:pt x="203327" y="20193"/>
                  </a:lnTo>
                  <a:lnTo>
                    <a:pt x="202057" y="20701"/>
                  </a:lnTo>
                  <a:lnTo>
                    <a:pt x="201549" y="20955"/>
                  </a:lnTo>
                  <a:lnTo>
                    <a:pt x="201422" y="21336"/>
                  </a:lnTo>
                  <a:lnTo>
                    <a:pt x="201168" y="21590"/>
                  </a:lnTo>
                  <a:lnTo>
                    <a:pt x="201041" y="21971"/>
                  </a:lnTo>
                  <a:lnTo>
                    <a:pt x="201041" y="75311"/>
                  </a:lnTo>
                  <a:lnTo>
                    <a:pt x="196723" y="80137"/>
                  </a:lnTo>
                  <a:lnTo>
                    <a:pt x="192532" y="83693"/>
                  </a:lnTo>
                  <a:lnTo>
                    <a:pt x="188404" y="86233"/>
                  </a:lnTo>
                  <a:lnTo>
                    <a:pt x="184785" y="88646"/>
                  </a:lnTo>
                  <a:lnTo>
                    <a:pt x="180848" y="89916"/>
                  </a:lnTo>
                  <a:lnTo>
                    <a:pt x="173863" y="89916"/>
                  </a:lnTo>
                  <a:lnTo>
                    <a:pt x="171196" y="89281"/>
                  </a:lnTo>
                  <a:lnTo>
                    <a:pt x="166624" y="87249"/>
                  </a:lnTo>
                  <a:lnTo>
                    <a:pt x="164719" y="85852"/>
                  </a:lnTo>
                  <a:lnTo>
                    <a:pt x="163322" y="83947"/>
                  </a:lnTo>
                  <a:lnTo>
                    <a:pt x="161798" y="82042"/>
                  </a:lnTo>
                  <a:lnTo>
                    <a:pt x="160655" y="79756"/>
                  </a:lnTo>
                  <a:lnTo>
                    <a:pt x="160020" y="77089"/>
                  </a:lnTo>
                  <a:lnTo>
                    <a:pt x="159258" y="74422"/>
                  </a:lnTo>
                  <a:lnTo>
                    <a:pt x="158877" y="70866"/>
                  </a:lnTo>
                  <a:lnTo>
                    <a:pt x="158750" y="21590"/>
                  </a:lnTo>
                  <a:lnTo>
                    <a:pt x="158496" y="21336"/>
                  </a:lnTo>
                  <a:lnTo>
                    <a:pt x="158242" y="20955"/>
                  </a:lnTo>
                  <a:lnTo>
                    <a:pt x="157861" y="20701"/>
                  </a:lnTo>
                  <a:lnTo>
                    <a:pt x="156591" y="20193"/>
                  </a:lnTo>
                  <a:lnTo>
                    <a:pt x="156832" y="20193"/>
                  </a:lnTo>
                  <a:lnTo>
                    <a:pt x="203073" y="20193"/>
                  </a:lnTo>
                  <a:lnTo>
                    <a:pt x="203327" y="20193"/>
                  </a:lnTo>
                  <a:lnTo>
                    <a:pt x="203327" y="19939"/>
                  </a:lnTo>
                  <a:lnTo>
                    <a:pt x="155054" y="19939"/>
                  </a:lnTo>
                  <a:lnTo>
                    <a:pt x="155816" y="20066"/>
                  </a:lnTo>
                  <a:lnTo>
                    <a:pt x="154813" y="19939"/>
                  </a:lnTo>
                  <a:lnTo>
                    <a:pt x="147193" y="19939"/>
                  </a:lnTo>
                  <a:lnTo>
                    <a:pt x="145288" y="20193"/>
                  </a:lnTo>
                  <a:lnTo>
                    <a:pt x="144018" y="20701"/>
                  </a:lnTo>
                  <a:lnTo>
                    <a:pt x="143637" y="20955"/>
                  </a:lnTo>
                  <a:lnTo>
                    <a:pt x="143383" y="21336"/>
                  </a:lnTo>
                  <a:lnTo>
                    <a:pt x="143281" y="75311"/>
                  </a:lnTo>
                  <a:lnTo>
                    <a:pt x="143637" y="78486"/>
                  </a:lnTo>
                  <a:lnTo>
                    <a:pt x="168021" y="101854"/>
                  </a:lnTo>
                  <a:lnTo>
                    <a:pt x="178562" y="101854"/>
                  </a:lnTo>
                  <a:lnTo>
                    <a:pt x="183388" y="100711"/>
                  </a:lnTo>
                  <a:lnTo>
                    <a:pt x="188087" y="98552"/>
                  </a:lnTo>
                  <a:lnTo>
                    <a:pt x="192913" y="96393"/>
                  </a:lnTo>
                  <a:lnTo>
                    <a:pt x="197739" y="92837"/>
                  </a:lnTo>
                  <a:lnTo>
                    <a:pt x="200736" y="89916"/>
                  </a:lnTo>
                  <a:lnTo>
                    <a:pt x="202565" y="88138"/>
                  </a:lnTo>
                  <a:lnTo>
                    <a:pt x="202565" y="98552"/>
                  </a:lnTo>
                  <a:lnTo>
                    <a:pt x="202692" y="98933"/>
                  </a:lnTo>
                  <a:lnTo>
                    <a:pt x="202895" y="99314"/>
                  </a:lnTo>
                  <a:lnTo>
                    <a:pt x="203073" y="99568"/>
                  </a:lnTo>
                  <a:lnTo>
                    <a:pt x="203454" y="99822"/>
                  </a:lnTo>
                  <a:lnTo>
                    <a:pt x="204216" y="100203"/>
                  </a:lnTo>
                  <a:lnTo>
                    <a:pt x="204470" y="100203"/>
                  </a:lnTo>
                  <a:lnTo>
                    <a:pt x="205232" y="100457"/>
                  </a:lnTo>
                  <a:lnTo>
                    <a:pt x="213995" y="100457"/>
                  </a:lnTo>
                  <a:lnTo>
                    <a:pt x="214757" y="100203"/>
                  </a:lnTo>
                  <a:lnTo>
                    <a:pt x="214934" y="100203"/>
                  </a:lnTo>
                  <a:lnTo>
                    <a:pt x="215900" y="99822"/>
                  </a:lnTo>
                  <a:lnTo>
                    <a:pt x="216281" y="99568"/>
                  </a:lnTo>
                  <a:lnTo>
                    <a:pt x="216446" y="99314"/>
                  </a:lnTo>
                  <a:lnTo>
                    <a:pt x="216662" y="98933"/>
                  </a:lnTo>
                  <a:lnTo>
                    <a:pt x="216763" y="88138"/>
                  </a:lnTo>
                  <a:close/>
                </a:path>
                <a:path w="662304" h="130810">
                  <a:moveTo>
                    <a:pt x="324358" y="65659"/>
                  </a:moveTo>
                  <a:lnTo>
                    <a:pt x="316357" y="30607"/>
                  </a:lnTo>
                  <a:lnTo>
                    <a:pt x="313690" y="26924"/>
                  </a:lnTo>
                  <a:lnTo>
                    <a:pt x="310134" y="24003"/>
                  </a:lnTo>
                  <a:lnTo>
                    <a:pt x="308102" y="23025"/>
                  </a:lnTo>
                  <a:lnTo>
                    <a:pt x="308102" y="56769"/>
                  </a:lnTo>
                  <a:lnTo>
                    <a:pt x="308102" y="64262"/>
                  </a:lnTo>
                  <a:lnTo>
                    <a:pt x="307721" y="67691"/>
                  </a:lnTo>
                  <a:lnTo>
                    <a:pt x="306832" y="71247"/>
                  </a:lnTo>
                  <a:lnTo>
                    <a:pt x="306070" y="74676"/>
                  </a:lnTo>
                  <a:lnTo>
                    <a:pt x="289814" y="89916"/>
                  </a:lnTo>
                  <a:lnTo>
                    <a:pt x="281686" y="89916"/>
                  </a:lnTo>
                  <a:lnTo>
                    <a:pt x="277622" y="88646"/>
                  </a:lnTo>
                  <a:lnTo>
                    <a:pt x="273685" y="86106"/>
                  </a:lnTo>
                  <a:lnTo>
                    <a:pt x="269748" y="83693"/>
                  </a:lnTo>
                  <a:lnTo>
                    <a:pt x="265684" y="80137"/>
                  </a:lnTo>
                  <a:lnTo>
                    <a:pt x="261366" y="75438"/>
                  </a:lnTo>
                  <a:lnTo>
                    <a:pt x="261366" y="45339"/>
                  </a:lnTo>
                  <a:lnTo>
                    <a:pt x="263779" y="42672"/>
                  </a:lnTo>
                  <a:lnTo>
                    <a:pt x="266192" y="40259"/>
                  </a:lnTo>
                  <a:lnTo>
                    <a:pt x="268312" y="38608"/>
                  </a:lnTo>
                  <a:lnTo>
                    <a:pt x="270637" y="36576"/>
                  </a:lnTo>
                  <a:lnTo>
                    <a:pt x="284861" y="30607"/>
                  </a:lnTo>
                  <a:lnTo>
                    <a:pt x="290957" y="30607"/>
                  </a:lnTo>
                  <a:lnTo>
                    <a:pt x="294386" y="31369"/>
                  </a:lnTo>
                  <a:lnTo>
                    <a:pt x="297053" y="33147"/>
                  </a:lnTo>
                  <a:lnTo>
                    <a:pt x="299847" y="34798"/>
                  </a:lnTo>
                  <a:lnTo>
                    <a:pt x="308102" y="56769"/>
                  </a:lnTo>
                  <a:lnTo>
                    <a:pt x="308102" y="23025"/>
                  </a:lnTo>
                  <a:lnTo>
                    <a:pt x="305689" y="21844"/>
                  </a:lnTo>
                  <a:lnTo>
                    <a:pt x="301371" y="19685"/>
                  </a:lnTo>
                  <a:lnTo>
                    <a:pt x="296037" y="18669"/>
                  </a:lnTo>
                  <a:lnTo>
                    <a:pt x="287020" y="18669"/>
                  </a:lnTo>
                  <a:lnTo>
                    <a:pt x="284353" y="18923"/>
                  </a:lnTo>
                  <a:lnTo>
                    <a:pt x="281051" y="19685"/>
                  </a:lnTo>
                  <a:lnTo>
                    <a:pt x="279120" y="20078"/>
                  </a:lnTo>
                  <a:lnTo>
                    <a:pt x="279488" y="19939"/>
                  </a:lnTo>
                  <a:lnTo>
                    <a:pt x="278790" y="19939"/>
                  </a:lnTo>
                  <a:lnTo>
                    <a:pt x="278790" y="20193"/>
                  </a:lnTo>
                  <a:lnTo>
                    <a:pt x="276733" y="20955"/>
                  </a:lnTo>
                  <a:lnTo>
                    <a:pt x="259461" y="32639"/>
                  </a:lnTo>
                  <a:lnTo>
                    <a:pt x="259334" y="21463"/>
                  </a:lnTo>
                  <a:lnTo>
                    <a:pt x="259080" y="21209"/>
                  </a:lnTo>
                  <a:lnTo>
                    <a:pt x="258953" y="20955"/>
                  </a:lnTo>
                  <a:lnTo>
                    <a:pt x="258445" y="20574"/>
                  </a:lnTo>
                  <a:lnTo>
                    <a:pt x="258254" y="20574"/>
                  </a:lnTo>
                  <a:lnTo>
                    <a:pt x="257302" y="20193"/>
                  </a:lnTo>
                  <a:lnTo>
                    <a:pt x="257543" y="20193"/>
                  </a:lnTo>
                  <a:lnTo>
                    <a:pt x="278511" y="20193"/>
                  </a:lnTo>
                  <a:lnTo>
                    <a:pt x="278790" y="20193"/>
                  </a:lnTo>
                  <a:lnTo>
                    <a:pt x="278790" y="19939"/>
                  </a:lnTo>
                  <a:lnTo>
                    <a:pt x="256019" y="19939"/>
                  </a:lnTo>
                  <a:lnTo>
                    <a:pt x="256654" y="20066"/>
                  </a:lnTo>
                  <a:lnTo>
                    <a:pt x="255778" y="19939"/>
                  </a:lnTo>
                  <a:lnTo>
                    <a:pt x="249301" y="19939"/>
                  </a:lnTo>
                  <a:lnTo>
                    <a:pt x="247650" y="20193"/>
                  </a:lnTo>
                  <a:lnTo>
                    <a:pt x="246888" y="20574"/>
                  </a:lnTo>
                  <a:lnTo>
                    <a:pt x="246507" y="20574"/>
                  </a:lnTo>
                  <a:lnTo>
                    <a:pt x="246126" y="20955"/>
                  </a:lnTo>
                  <a:lnTo>
                    <a:pt x="245999" y="21209"/>
                  </a:lnTo>
                  <a:lnTo>
                    <a:pt x="245745" y="21463"/>
                  </a:lnTo>
                  <a:lnTo>
                    <a:pt x="245745" y="128905"/>
                  </a:lnTo>
                  <a:lnTo>
                    <a:pt x="246253" y="129667"/>
                  </a:lnTo>
                  <a:lnTo>
                    <a:pt x="246634" y="129921"/>
                  </a:lnTo>
                  <a:lnTo>
                    <a:pt x="247586" y="130302"/>
                  </a:lnTo>
                  <a:lnTo>
                    <a:pt x="247904" y="130302"/>
                  </a:lnTo>
                  <a:lnTo>
                    <a:pt x="248666" y="130556"/>
                  </a:lnTo>
                  <a:lnTo>
                    <a:pt x="258318" y="130556"/>
                  </a:lnTo>
                  <a:lnTo>
                    <a:pt x="259245" y="130302"/>
                  </a:lnTo>
                  <a:lnTo>
                    <a:pt x="259384" y="130302"/>
                  </a:lnTo>
                  <a:lnTo>
                    <a:pt x="260350" y="129921"/>
                  </a:lnTo>
                  <a:lnTo>
                    <a:pt x="260731" y="129667"/>
                  </a:lnTo>
                  <a:lnTo>
                    <a:pt x="261239" y="128905"/>
                  </a:lnTo>
                  <a:lnTo>
                    <a:pt x="261366" y="90297"/>
                  </a:lnTo>
                  <a:lnTo>
                    <a:pt x="265811" y="93980"/>
                  </a:lnTo>
                  <a:lnTo>
                    <a:pt x="267843" y="95377"/>
                  </a:lnTo>
                  <a:lnTo>
                    <a:pt x="269875" y="96901"/>
                  </a:lnTo>
                  <a:lnTo>
                    <a:pt x="271907" y="98044"/>
                  </a:lnTo>
                  <a:lnTo>
                    <a:pt x="273939" y="99060"/>
                  </a:lnTo>
                  <a:lnTo>
                    <a:pt x="275971" y="99949"/>
                  </a:lnTo>
                  <a:lnTo>
                    <a:pt x="278485" y="100838"/>
                  </a:lnTo>
                  <a:lnTo>
                    <a:pt x="278841" y="100838"/>
                  </a:lnTo>
                  <a:lnTo>
                    <a:pt x="280289" y="101092"/>
                  </a:lnTo>
                  <a:lnTo>
                    <a:pt x="282448" y="101600"/>
                  </a:lnTo>
                  <a:lnTo>
                    <a:pt x="284734" y="101854"/>
                  </a:lnTo>
                  <a:lnTo>
                    <a:pt x="293243" y="101854"/>
                  </a:lnTo>
                  <a:lnTo>
                    <a:pt x="298577" y="100838"/>
                  </a:lnTo>
                  <a:lnTo>
                    <a:pt x="303149" y="98806"/>
                  </a:lnTo>
                  <a:lnTo>
                    <a:pt x="307543" y="96901"/>
                  </a:lnTo>
                  <a:lnTo>
                    <a:pt x="309753" y="95377"/>
                  </a:lnTo>
                  <a:lnTo>
                    <a:pt x="311658" y="93980"/>
                  </a:lnTo>
                  <a:lnTo>
                    <a:pt x="314833" y="90297"/>
                  </a:lnTo>
                  <a:lnTo>
                    <a:pt x="315137" y="89916"/>
                  </a:lnTo>
                  <a:lnTo>
                    <a:pt x="317881" y="86614"/>
                  </a:lnTo>
                  <a:lnTo>
                    <a:pt x="320294" y="82169"/>
                  </a:lnTo>
                  <a:lnTo>
                    <a:pt x="321945" y="76962"/>
                  </a:lnTo>
                  <a:lnTo>
                    <a:pt x="323596" y="71628"/>
                  </a:lnTo>
                  <a:lnTo>
                    <a:pt x="324358" y="65659"/>
                  </a:lnTo>
                  <a:close/>
                </a:path>
                <a:path w="662304" h="130810">
                  <a:moveTo>
                    <a:pt x="424942" y="65659"/>
                  </a:moveTo>
                  <a:lnTo>
                    <a:pt x="416941" y="30607"/>
                  </a:lnTo>
                  <a:lnTo>
                    <a:pt x="414274" y="26924"/>
                  </a:lnTo>
                  <a:lnTo>
                    <a:pt x="410718" y="24003"/>
                  </a:lnTo>
                  <a:lnTo>
                    <a:pt x="408686" y="23025"/>
                  </a:lnTo>
                  <a:lnTo>
                    <a:pt x="408686" y="56769"/>
                  </a:lnTo>
                  <a:lnTo>
                    <a:pt x="408686" y="64262"/>
                  </a:lnTo>
                  <a:lnTo>
                    <a:pt x="408305" y="67691"/>
                  </a:lnTo>
                  <a:lnTo>
                    <a:pt x="407416" y="71247"/>
                  </a:lnTo>
                  <a:lnTo>
                    <a:pt x="406654" y="74676"/>
                  </a:lnTo>
                  <a:lnTo>
                    <a:pt x="390398" y="89916"/>
                  </a:lnTo>
                  <a:lnTo>
                    <a:pt x="382270" y="89916"/>
                  </a:lnTo>
                  <a:lnTo>
                    <a:pt x="378206" y="88646"/>
                  </a:lnTo>
                  <a:lnTo>
                    <a:pt x="374269" y="86106"/>
                  </a:lnTo>
                  <a:lnTo>
                    <a:pt x="370332" y="83693"/>
                  </a:lnTo>
                  <a:lnTo>
                    <a:pt x="366268" y="80137"/>
                  </a:lnTo>
                  <a:lnTo>
                    <a:pt x="361950" y="75438"/>
                  </a:lnTo>
                  <a:lnTo>
                    <a:pt x="361950" y="45339"/>
                  </a:lnTo>
                  <a:lnTo>
                    <a:pt x="364363" y="42672"/>
                  </a:lnTo>
                  <a:lnTo>
                    <a:pt x="366776" y="40259"/>
                  </a:lnTo>
                  <a:lnTo>
                    <a:pt x="368896" y="38608"/>
                  </a:lnTo>
                  <a:lnTo>
                    <a:pt x="371221" y="36576"/>
                  </a:lnTo>
                  <a:lnTo>
                    <a:pt x="385445" y="30607"/>
                  </a:lnTo>
                  <a:lnTo>
                    <a:pt x="391541" y="30607"/>
                  </a:lnTo>
                  <a:lnTo>
                    <a:pt x="394970" y="31369"/>
                  </a:lnTo>
                  <a:lnTo>
                    <a:pt x="397637" y="33147"/>
                  </a:lnTo>
                  <a:lnTo>
                    <a:pt x="400431" y="34798"/>
                  </a:lnTo>
                  <a:lnTo>
                    <a:pt x="408686" y="56769"/>
                  </a:lnTo>
                  <a:lnTo>
                    <a:pt x="408686" y="23025"/>
                  </a:lnTo>
                  <a:lnTo>
                    <a:pt x="406273" y="21844"/>
                  </a:lnTo>
                  <a:lnTo>
                    <a:pt x="401955" y="19685"/>
                  </a:lnTo>
                  <a:lnTo>
                    <a:pt x="396621" y="18669"/>
                  </a:lnTo>
                  <a:lnTo>
                    <a:pt x="387604" y="18669"/>
                  </a:lnTo>
                  <a:lnTo>
                    <a:pt x="384937" y="18923"/>
                  </a:lnTo>
                  <a:lnTo>
                    <a:pt x="381635" y="19685"/>
                  </a:lnTo>
                  <a:lnTo>
                    <a:pt x="379704" y="20078"/>
                  </a:lnTo>
                  <a:lnTo>
                    <a:pt x="380072" y="19939"/>
                  </a:lnTo>
                  <a:lnTo>
                    <a:pt x="379374" y="19939"/>
                  </a:lnTo>
                  <a:lnTo>
                    <a:pt x="379374" y="20193"/>
                  </a:lnTo>
                  <a:lnTo>
                    <a:pt x="377317" y="20955"/>
                  </a:lnTo>
                  <a:lnTo>
                    <a:pt x="360045" y="32639"/>
                  </a:lnTo>
                  <a:lnTo>
                    <a:pt x="359918" y="21463"/>
                  </a:lnTo>
                  <a:lnTo>
                    <a:pt x="359664" y="21209"/>
                  </a:lnTo>
                  <a:lnTo>
                    <a:pt x="359537" y="20955"/>
                  </a:lnTo>
                  <a:lnTo>
                    <a:pt x="359029" y="20574"/>
                  </a:lnTo>
                  <a:lnTo>
                    <a:pt x="358838" y="20574"/>
                  </a:lnTo>
                  <a:lnTo>
                    <a:pt x="357886" y="20193"/>
                  </a:lnTo>
                  <a:lnTo>
                    <a:pt x="358127" y="20193"/>
                  </a:lnTo>
                  <a:lnTo>
                    <a:pt x="379095" y="20193"/>
                  </a:lnTo>
                  <a:lnTo>
                    <a:pt x="379374" y="20193"/>
                  </a:lnTo>
                  <a:lnTo>
                    <a:pt x="379374" y="19939"/>
                  </a:lnTo>
                  <a:lnTo>
                    <a:pt x="356603" y="19939"/>
                  </a:lnTo>
                  <a:lnTo>
                    <a:pt x="357238" y="20066"/>
                  </a:lnTo>
                  <a:lnTo>
                    <a:pt x="356362" y="19939"/>
                  </a:lnTo>
                  <a:lnTo>
                    <a:pt x="349885" y="19939"/>
                  </a:lnTo>
                  <a:lnTo>
                    <a:pt x="348234" y="20193"/>
                  </a:lnTo>
                  <a:lnTo>
                    <a:pt x="347472" y="20574"/>
                  </a:lnTo>
                  <a:lnTo>
                    <a:pt x="347091" y="20574"/>
                  </a:lnTo>
                  <a:lnTo>
                    <a:pt x="346710" y="20955"/>
                  </a:lnTo>
                  <a:lnTo>
                    <a:pt x="346583" y="21209"/>
                  </a:lnTo>
                  <a:lnTo>
                    <a:pt x="346329" y="21463"/>
                  </a:lnTo>
                  <a:lnTo>
                    <a:pt x="346329" y="128905"/>
                  </a:lnTo>
                  <a:lnTo>
                    <a:pt x="346837" y="129667"/>
                  </a:lnTo>
                  <a:lnTo>
                    <a:pt x="347218" y="129921"/>
                  </a:lnTo>
                  <a:lnTo>
                    <a:pt x="348157" y="130302"/>
                  </a:lnTo>
                  <a:lnTo>
                    <a:pt x="348488" y="130302"/>
                  </a:lnTo>
                  <a:lnTo>
                    <a:pt x="349250" y="130556"/>
                  </a:lnTo>
                  <a:lnTo>
                    <a:pt x="358902" y="130556"/>
                  </a:lnTo>
                  <a:lnTo>
                    <a:pt x="359829" y="130302"/>
                  </a:lnTo>
                  <a:lnTo>
                    <a:pt x="359981" y="130302"/>
                  </a:lnTo>
                  <a:lnTo>
                    <a:pt x="360934" y="129921"/>
                  </a:lnTo>
                  <a:lnTo>
                    <a:pt x="361315" y="129667"/>
                  </a:lnTo>
                  <a:lnTo>
                    <a:pt x="361823" y="128905"/>
                  </a:lnTo>
                  <a:lnTo>
                    <a:pt x="361950" y="90297"/>
                  </a:lnTo>
                  <a:lnTo>
                    <a:pt x="366395" y="93980"/>
                  </a:lnTo>
                  <a:lnTo>
                    <a:pt x="368427" y="95377"/>
                  </a:lnTo>
                  <a:lnTo>
                    <a:pt x="370459" y="96901"/>
                  </a:lnTo>
                  <a:lnTo>
                    <a:pt x="372491" y="98044"/>
                  </a:lnTo>
                  <a:lnTo>
                    <a:pt x="374523" y="99060"/>
                  </a:lnTo>
                  <a:lnTo>
                    <a:pt x="376555" y="99949"/>
                  </a:lnTo>
                  <a:lnTo>
                    <a:pt x="379069" y="100838"/>
                  </a:lnTo>
                  <a:lnTo>
                    <a:pt x="379425" y="100838"/>
                  </a:lnTo>
                  <a:lnTo>
                    <a:pt x="380873" y="101092"/>
                  </a:lnTo>
                  <a:lnTo>
                    <a:pt x="383032" y="101600"/>
                  </a:lnTo>
                  <a:lnTo>
                    <a:pt x="385318" y="101854"/>
                  </a:lnTo>
                  <a:lnTo>
                    <a:pt x="393827" y="101854"/>
                  </a:lnTo>
                  <a:lnTo>
                    <a:pt x="399161" y="100838"/>
                  </a:lnTo>
                  <a:lnTo>
                    <a:pt x="403733" y="98806"/>
                  </a:lnTo>
                  <a:lnTo>
                    <a:pt x="408127" y="96901"/>
                  </a:lnTo>
                  <a:lnTo>
                    <a:pt x="410337" y="95377"/>
                  </a:lnTo>
                  <a:lnTo>
                    <a:pt x="412242" y="93980"/>
                  </a:lnTo>
                  <a:lnTo>
                    <a:pt x="415417" y="90297"/>
                  </a:lnTo>
                  <a:lnTo>
                    <a:pt x="415721" y="89916"/>
                  </a:lnTo>
                  <a:lnTo>
                    <a:pt x="418465" y="86614"/>
                  </a:lnTo>
                  <a:lnTo>
                    <a:pt x="420878" y="82169"/>
                  </a:lnTo>
                  <a:lnTo>
                    <a:pt x="422529" y="76962"/>
                  </a:lnTo>
                  <a:lnTo>
                    <a:pt x="424180" y="71628"/>
                  </a:lnTo>
                  <a:lnTo>
                    <a:pt x="424942" y="65659"/>
                  </a:lnTo>
                  <a:close/>
                </a:path>
                <a:path w="662304" h="130810">
                  <a:moveTo>
                    <a:pt x="527939" y="65532"/>
                  </a:moveTo>
                  <a:lnTo>
                    <a:pt x="527812" y="52324"/>
                  </a:lnTo>
                  <a:lnTo>
                    <a:pt x="527316" y="49149"/>
                  </a:lnTo>
                  <a:lnTo>
                    <a:pt x="527265" y="48768"/>
                  </a:lnTo>
                  <a:lnTo>
                    <a:pt x="527138" y="48006"/>
                  </a:lnTo>
                  <a:lnTo>
                    <a:pt x="527050" y="47371"/>
                  </a:lnTo>
                  <a:lnTo>
                    <a:pt x="525272" y="42291"/>
                  </a:lnTo>
                  <a:lnTo>
                    <a:pt x="523494" y="37338"/>
                  </a:lnTo>
                  <a:lnTo>
                    <a:pt x="520954" y="33020"/>
                  </a:lnTo>
                  <a:lnTo>
                    <a:pt x="518160" y="30226"/>
                  </a:lnTo>
                  <a:lnTo>
                    <a:pt x="517398" y="29464"/>
                  </a:lnTo>
                  <a:lnTo>
                    <a:pt x="513969" y="25908"/>
                  </a:lnTo>
                  <a:lnTo>
                    <a:pt x="511581" y="24434"/>
                  </a:lnTo>
                  <a:lnTo>
                    <a:pt x="511581" y="65532"/>
                  </a:lnTo>
                  <a:lnTo>
                    <a:pt x="511352" y="67310"/>
                  </a:lnTo>
                  <a:lnTo>
                    <a:pt x="511251" y="68072"/>
                  </a:lnTo>
                  <a:lnTo>
                    <a:pt x="511175" y="68707"/>
                  </a:lnTo>
                  <a:lnTo>
                    <a:pt x="509143" y="76073"/>
                  </a:lnTo>
                  <a:lnTo>
                    <a:pt x="507492" y="79121"/>
                  </a:lnTo>
                  <a:lnTo>
                    <a:pt x="503174" y="84455"/>
                  </a:lnTo>
                  <a:lnTo>
                    <a:pt x="500380" y="86487"/>
                  </a:lnTo>
                  <a:lnTo>
                    <a:pt x="496951" y="87884"/>
                  </a:lnTo>
                  <a:lnTo>
                    <a:pt x="493649" y="89408"/>
                  </a:lnTo>
                  <a:lnTo>
                    <a:pt x="489585" y="90170"/>
                  </a:lnTo>
                  <a:lnTo>
                    <a:pt x="479933" y="90170"/>
                  </a:lnTo>
                  <a:lnTo>
                    <a:pt x="476338" y="89408"/>
                  </a:lnTo>
                  <a:lnTo>
                    <a:pt x="476021" y="89408"/>
                  </a:lnTo>
                  <a:lnTo>
                    <a:pt x="458724" y="54737"/>
                  </a:lnTo>
                  <a:lnTo>
                    <a:pt x="458927" y="53086"/>
                  </a:lnTo>
                  <a:lnTo>
                    <a:pt x="459016" y="52324"/>
                  </a:lnTo>
                  <a:lnTo>
                    <a:pt x="459105" y="51689"/>
                  </a:lnTo>
                  <a:lnTo>
                    <a:pt x="460248" y="48006"/>
                  </a:lnTo>
                  <a:lnTo>
                    <a:pt x="461264" y="44450"/>
                  </a:lnTo>
                  <a:lnTo>
                    <a:pt x="480695" y="30226"/>
                  </a:lnTo>
                  <a:lnTo>
                    <a:pt x="490474" y="30226"/>
                  </a:lnTo>
                  <a:lnTo>
                    <a:pt x="511581" y="65532"/>
                  </a:lnTo>
                  <a:lnTo>
                    <a:pt x="511581" y="24434"/>
                  </a:lnTo>
                  <a:lnTo>
                    <a:pt x="509651" y="23241"/>
                  </a:lnTo>
                  <a:lnTo>
                    <a:pt x="504444" y="21463"/>
                  </a:lnTo>
                  <a:lnTo>
                    <a:pt x="499452" y="19685"/>
                  </a:lnTo>
                  <a:lnTo>
                    <a:pt x="499973" y="19685"/>
                  </a:lnTo>
                  <a:lnTo>
                    <a:pt x="493014" y="18669"/>
                  </a:lnTo>
                  <a:lnTo>
                    <a:pt x="478663" y="18669"/>
                  </a:lnTo>
                  <a:lnTo>
                    <a:pt x="445135" y="43942"/>
                  </a:lnTo>
                  <a:lnTo>
                    <a:pt x="443230" y="49149"/>
                  </a:lnTo>
                  <a:lnTo>
                    <a:pt x="442341" y="54737"/>
                  </a:lnTo>
                  <a:lnTo>
                    <a:pt x="442455" y="68072"/>
                  </a:lnTo>
                  <a:lnTo>
                    <a:pt x="443230" y="73025"/>
                  </a:lnTo>
                  <a:lnTo>
                    <a:pt x="445008" y="78105"/>
                  </a:lnTo>
                  <a:lnTo>
                    <a:pt x="446659" y="83185"/>
                  </a:lnTo>
                  <a:lnTo>
                    <a:pt x="449199" y="87376"/>
                  </a:lnTo>
                  <a:lnTo>
                    <a:pt x="452755" y="90932"/>
                  </a:lnTo>
                  <a:lnTo>
                    <a:pt x="456184" y="94488"/>
                  </a:lnTo>
                  <a:lnTo>
                    <a:pt x="460629" y="97155"/>
                  </a:lnTo>
                  <a:lnTo>
                    <a:pt x="465836" y="99060"/>
                  </a:lnTo>
                  <a:lnTo>
                    <a:pt x="471043" y="100838"/>
                  </a:lnTo>
                  <a:lnTo>
                    <a:pt x="477139" y="101854"/>
                  </a:lnTo>
                  <a:lnTo>
                    <a:pt x="491363" y="101854"/>
                  </a:lnTo>
                  <a:lnTo>
                    <a:pt x="497001" y="100838"/>
                  </a:lnTo>
                  <a:lnTo>
                    <a:pt x="497357" y="100838"/>
                  </a:lnTo>
                  <a:lnTo>
                    <a:pt x="503301" y="98679"/>
                  </a:lnTo>
                  <a:lnTo>
                    <a:pt x="508762" y="96520"/>
                  </a:lnTo>
                  <a:lnTo>
                    <a:pt x="513334" y="93599"/>
                  </a:lnTo>
                  <a:lnTo>
                    <a:pt x="516636" y="90170"/>
                  </a:lnTo>
                  <a:lnTo>
                    <a:pt x="520573" y="86106"/>
                  </a:lnTo>
                  <a:lnTo>
                    <a:pt x="523367" y="81661"/>
                  </a:lnTo>
                  <a:lnTo>
                    <a:pt x="526923" y="71247"/>
                  </a:lnTo>
                  <a:lnTo>
                    <a:pt x="527939" y="65532"/>
                  </a:lnTo>
                  <a:close/>
                </a:path>
                <a:path w="662304" h="130810">
                  <a:moveTo>
                    <a:pt x="600456" y="24257"/>
                  </a:moveTo>
                  <a:lnTo>
                    <a:pt x="600202" y="22606"/>
                  </a:lnTo>
                  <a:lnTo>
                    <a:pt x="600075" y="22225"/>
                  </a:lnTo>
                  <a:lnTo>
                    <a:pt x="599948" y="21590"/>
                  </a:lnTo>
                  <a:lnTo>
                    <a:pt x="599821" y="21336"/>
                  </a:lnTo>
                  <a:lnTo>
                    <a:pt x="599567" y="21082"/>
                  </a:lnTo>
                  <a:lnTo>
                    <a:pt x="598995" y="20701"/>
                  </a:lnTo>
                  <a:lnTo>
                    <a:pt x="599186" y="20701"/>
                  </a:lnTo>
                  <a:lnTo>
                    <a:pt x="596887" y="19939"/>
                  </a:lnTo>
                  <a:lnTo>
                    <a:pt x="597154" y="19939"/>
                  </a:lnTo>
                  <a:lnTo>
                    <a:pt x="596265" y="19685"/>
                  </a:lnTo>
                  <a:lnTo>
                    <a:pt x="595249" y="19431"/>
                  </a:lnTo>
                  <a:lnTo>
                    <a:pt x="594106" y="19177"/>
                  </a:lnTo>
                  <a:lnTo>
                    <a:pt x="593534" y="19177"/>
                  </a:lnTo>
                  <a:lnTo>
                    <a:pt x="591820" y="18796"/>
                  </a:lnTo>
                  <a:lnTo>
                    <a:pt x="584327" y="18796"/>
                  </a:lnTo>
                  <a:lnTo>
                    <a:pt x="582104" y="19431"/>
                  </a:lnTo>
                  <a:lnTo>
                    <a:pt x="581952" y="19431"/>
                  </a:lnTo>
                  <a:lnTo>
                    <a:pt x="580771" y="19685"/>
                  </a:lnTo>
                  <a:lnTo>
                    <a:pt x="578231" y="20701"/>
                  </a:lnTo>
                  <a:lnTo>
                    <a:pt x="578459" y="20701"/>
                  </a:lnTo>
                  <a:lnTo>
                    <a:pt x="577088" y="21590"/>
                  </a:lnTo>
                  <a:lnTo>
                    <a:pt x="564642" y="33401"/>
                  </a:lnTo>
                  <a:lnTo>
                    <a:pt x="564642" y="21971"/>
                  </a:lnTo>
                  <a:lnTo>
                    <a:pt x="564515" y="21590"/>
                  </a:lnTo>
                  <a:lnTo>
                    <a:pt x="564261" y="21336"/>
                  </a:lnTo>
                  <a:lnTo>
                    <a:pt x="564172" y="21082"/>
                  </a:lnTo>
                  <a:lnTo>
                    <a:pt x="564324" y="21082"/>
                  </a:lnTo>
                  <a:lnTo>
                    <a:pt x="563753" y="20701"/>
                  </a:lnTo>
                  <a:lnTo>
                    <a:pt x="562216" y="19939"/>
                  </a:lnTo>
                  <a:lnTo>
                    <a:pt x="552958" y="19939"/>
                  </a:lnTo>
                  <a:lnTo>
                    <a:pt x="551434" y="20701"/>
                  </a:lnTo>
                  <a:lnTo>
                    <a:pt x="551307" y="20701"/>
                  </a:lnTo>
                  <a:lnTo>
                    <a:pt x="550735" y="21082"/>
                  </a:lnTo>
                  <a:lnTo>
                    <a:pt x="550875" y="21082"/>
                  </a:lnTo>
                  <a:lnTo>
                    <a:pt x="550799" y="21336"/>
                  </a:lnTo>
                  <a:lnTo>
                    <a:pt x="550545" y="21590"/>
                  </a:lnTo>
                  <a:lnTo>
                    <a:pt x="550545" y="98933"/>
                  </a:lnTo>
                  <a:lnTo>
                    <a:pt x="550799" y="99187"/>
                  </a:lnTo>
                  <a:lnTo>
                    <a:pt x="551053" y="99568"/>
                  </a:lnTo>
                  <a:lnTo>
                    <a:pt x="551434" y="99822"/>
                  </a:lnTo>
                  <a:lnTo>
                    <a:pt x="552386" y="100203"/>
                  </a:lnTo>
                  <a:lnTo>
                    <a:pt x="552704" y="100203"/>
                  </a:lnTo>
                  <a:lnTo>
                    <a:pt x="553466" y="100457"/>
                  </a:lnTo>
                  <a:lnTo>
                    <a:pt x="563118" y="100457"/>
                  </a:lnTo>
                  <a:lnTo>
                    <a:pt x="564045" y="100203"/>
                  </a:lnTo>
                  <a:lnTo>
                    <a:pt x="564184" y="100203"/>
                  </a:lnTo>
                  <a:lnTo>
                    <a:pt x="565150" y="99822"/>
                  </a:lnTo>
                  <a:lnTo>
                    <a:pt x="565531" y="99568"/>
                  </a:lnTo>
                  <a:lnTo>
                    <a:pt x="565785" y="99187"/>
                  </a:lnTo>
                  <a:lnTo>
                    <a:pt x="566039" y="98933"/>
                  </a:lnTo>
                  <a:lnTo>
                    <a:pt x="566166" y="48260"/>
                  </a:lnTo>
                  <a:lnTo>
                    <a:pt x="568325" y="45212"/>
                  </a:lnTo>
                  <a:lnTo>
                    <a:pt x="570357" y="42672"/>
                  </a:lnTo>
                  <a:lnTo>
                    <a:pt x="572262" y="40513"/>
                  </a:lnTo>
                  <a:lnTo>
                    <a:pt x="574040" y="38354"/>
                  </a:lnTo>
                  <a:lnTo>
                    <a:pt x="575818" y="36703"/>
                  </a:lnTo>
                  <a:lnTo>
                    <a:pt x="579247" y="34036"/>
                  </a:lnTo>
                  <a:lnTo>
                    <a:pt x="580110" y="33528"/>
                  </a:lnTo>
                  <a:lnTo>
                    <a:pt x="581202" y="32893"/>
                  </a:lnTo>
                  <a:lnTo>
                    <a:pt x="581520" y="32893"/>
                  </a:lnTo>
                  <a:lnTo>
                    <a:pt x="582295" y="32639"/>
                  </a:lnTo>
                  <a:lnTo>
                    <a:pt x="584123" y="31877"/>
                  </a:lnTo>
                  <a:lnTo>
                    <a:pt x="589534" y="31877"/>
                  </a:lnTo>
                  <a:lnTo>
                    <a:pt x="591235" y="32258"/>
                  </a:lnTo>
                  <a:lnTo>
                    <a:pt x="591820" y="32258"/>
                  </a:lnTo>
                  <a:lnTo>
                    <a:pt x="593267" y="32639"/>
                  </a:lnTo>
                  <a:lnTo>
                    <a:pt x="596265" y="33528"/>
                  </a:lnTo>
                  <a:lnTo>
                    <a:pt x="596900" y="33782"/>
                  </a:lnTo>
                  <a:lnTo>
                    <a:pt x="598932" y="33782"/>
                  </a:lnTo>
                  <a:lnTo>
                    <a:pt x="599313" y="33528"/>
                  </a:lnTo>
                  <a:lnTo>
                    <a:pt x="599821" y="32893"/>
                  </a:lnTo>
                  <a:lnTo>
                    <a:pt x="599897" y="32639"/>
                  </a:lnTo>
                  <a:lnTo>
                    <a:pt x="600265" y="31877"/>
                  </a:lnTo>
                  <a:lnTo>
                    <a:pt x="600329" y="30480"/>
                  </a:lnTo>
                  <a:lnTo>
                    <a:pt x="600341" y="30353"/>
                  </a:lnTo>
                  <a:lnTo>
                    <a:pt x="600456" y="24257"/>
                  </a:lnTo>
                  <a:close/>
                </a:path>
                <a:path w="662304" h="130810">
                  <a:moveTo>
                    <a:pt x="662051" y="28067"/>
                  </a:moveTo>
                  <a:lnTo>
                    <a:pt x="661924" y="24130"/>
                  </a:lnTo>
                  <a:lnTo>
                    <a:pt x="661797" y="23368"/>
                  </a:lnTo>
                  <a:lnTo>
                    <a:pt x="661670" y="22606"/>
                  </a:lnTo>
                  <a:lnTo>
                    <a:pt x="661543" y="21971"/>
                  </a:lnTo>
                  <a:lnTo>
                    <a:pt x="661162" y="21590"/>
                  </a:lnTo>
                  <a:lnTo>
                    <a:pt x="660908" y="21082"/>
                  </a:lnTo>
                  <a:lnTo>
                    <a:pt x="660527" y="20701"/>
                  </a:lnTo>
                  <a:lnTo>
                    <a:pt x="660336" y="20701"/>
                  </a:lnTo>
                  <a:lnTo>
                    <a:pt x="659765" y="20320"/>
                  </a:lnTo>
                  <a:lnTo>
                    <a:pt x="636905" y="20320"/>
                  </a:lnTo>
                  <a:lnTo>
                    <a:pt x="636905" y="1905"/>
                  </a:lnTo>
                  <a:lnTo>
                    <a:pt x="636778" y="1524"/>
                  </a:lnTo>
                  <a:lnTo>
                    <a:pt x="636270" y="762"/>
                  </a:lnTo>
                  <a:lnTo>
                    <a:pt x="635889" y="508"/>
                  </a:lnTo>
                  <a:lnTo>
                    <a:pt x="635254" y="254"/>
                  </a:lnTo>
                  <a:lnTo>
                    <a:pt x="634746" y="0"/>
                  </a:lnTo>
                  <a:lnTo>
                    <a:pt x="623443" y="0"/>
                  </a:lnTo>
                  <a:lnTo>
                    <a:pt x="622173" y="508"/>
                  </a:lnTo>
                  <a:lnTo>
                    <a:pt x="621271" y="20320"/>
                  </a:lnTo>
                  <a:lnTo>
                    <a:pt x="608457" y="20320"/>
                  </a:lnTo>
                  <a:lnTo>
                    <a:pt x="607568" y="20701"/>
                  </a:lnTo>
                  <a:lnTo>
                    <a:pt x="607187" y="21082"/>
                  </a:lnTo>
                  <a:lnTo>
                    <a:pt x="606933" y="21590"/>
                  </a:lnTo>
                  <a:lnTo>
                    <a:pt x="606679" y="21971"/>
                  </a:lnTo>
                  <a:lnTo>
                    <a:pt x="606552" y="22606"/>
                  </a:lnTo>
                  <a:lnTo>
                    <a:pt x="606425" y="23368"/>
                  </a:lnTo>
                  <a:lnTo>
                    <a:pt x="606171" y="24130"/>
                  </a:lnTo>
                  <a:lnTo>
                    <a:pt x="606171" y="28067"/>
                  </a:lnTo>
                  <a:lnTo>
                    <a:pt x="606425" y="29464"/>
                  </a:lnTo>
                  <a:lnTo>
                    <a:pt x="606933" y="30353"/>
                  </a:lnTo>
                  <a:lnTo>
                    <a:pt x="607568" y="31369"/>
                  </a:lnTo>
                  <a:lnTo>
                    <a:pt x="608330" y="31750"/>
                  </a:lnTo>
                  <a:lnTo>
                    <a:pt x="621284" y="31750"/>
                  </a:lnTo>
                  <a:lnTo>
                    <a:pt x="621284" y="80391"/>
                  </a:lnTo>
                  <a:lnTo>
                    <a:pt x="638835" y="101346"/>
                  </a:lnTo>
                  <a:lnTo>
                    <a:pt x="639953" y="101346"/>
                  </a:lnTo>
                  <a:lnTo>
                    <a:pt x="641858" y="101600"/>
                  </a:lnTo>
                  <a:lnTo>
                    <a:pt x="649097" y="101600"/>
                  </a:lnTo>
                  <a:lnTo>
                    <a:pt x="650621" y="101346"/>
                  </a:lnTo>
                  <a:lnTo>
                    <a:pt x="651332" y="101346"/>
                  </a:lnTo>
                  <a:lnTo>
                    <a:pt x="661746" y="89789"/>
                  </a:lnTo>
                  <a:lnTo>
                    <a:pt x="661619" y="89154"/>
                  </a:lnTo>
                  <a:lnTo>
                    <a:pt x="661568" y="88900"/>
                  </a:lnTo>
                  <a:lnTo>
                    <a:pt x="661416" y="88392"/>
                  </a:lnTo>
                  <a:lnTo>
                    <a:pt x="661365" y="88265"/>
                  </a:lnTo>
                  <a:lnTo>
                    <a:pt x="661289" y="88011"/>
                  </a:lnTo>
                  <a:lnTo>
                    <a:pt x="661035" y="87757"/>
                  </a:lnTo>
                  <a:lnTo>
                    <a:pt x="660400" y="87503"/>
                  </a:lnTo>
                  <a:lnTo>
                    <a:pt x="658749" y="87503"/>
                  </a:lnTo>
                  <a:lnTo>
                    <a:pt x="657479" y="88011"/>
                  </a:lnTo>
                  <a:lnTo>
                    <a:pt x="656717" y="88265"/>
                  </a:lnTo>
                  <a:lnTo>
                    <a:pt x="655828" y="88646"/>
                  </a:lnTo>
                  <a:lnTo>
                    <a:pt x="655231" y="88900"/>
                  </a:lnTo>
                  <a:lnTo>
                    <a:pt x="654939" y="88900"/>
                  </a:lnTo>
                  <a:lnTo>
                    <a:pt x="653923" y="89154"/>
                  </a:lnTo>
                  <a:lnTo>
                    <a:pt x="651065" y="89789"/>
                  </a:lnTo>
                  <a:lnTo>
                    <a:pt x="644398" y="89789"/>
                  </a:lnTo>
                  <a:lnTo>
                    <a:pt x="641223" y="88392"/>
                  </a:lnTo>
                  <a:lnTo>
                    <a:pt x="639572" y="85725"/>
                  </a:lnTo>
                  <a:lnTo>
                    <a:pt x="637794" y="83058"/>
                  </a:lnTo>
                  <a:lnTo>
                    <a:pt x="636905" y="79121"/>
                  </a:lnTo>
                  <a:lnTo>
                    <a:pt x="636905" y="31750"/>
                  </a:lnTo>
                  <a:lnTo>
                    <a:pt x="659765" y="31750"/>
                  </a:lnTo>
                  <a:lnTo>
                    <a:pt x="660527" y="31369"/>
                  </a:lnTo>
                  <a:lnTo>
                    <a:pt x="661162" y="30353"/>
                  </a:lnTo>
                  <a:lnTo>
                    <a:pt x="661670" y="29464"/>
                  </a:lnTo>
                  <a:lnTo>
                    <a:pt x="662051" y="28067"/>
                  </a:lnTo>
                  <a:close/>
                </a:path>
              </a:pathLst>
            </a:custGeom>
            <a:solidFill>
              <a:srgbClr val="EBE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93028" y="1663954"/>
            <a:ext cx="647858" cy="147955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405498" y="1664842"/>
            <a:ext cx="313690" cy="118745"/>
          </a:xfrm>
          <a:custGeom>
            <a:avLst/>
            <a:gdLst/>
            <a:ahLst/>
            <a:cxnLst/>
            <a:rect l="l" t="t" r="r" b="b"/>
            <a:pathLst>
              <a:path w="313690" h="118744">
                <a:moveTo>
                  <a:pt x="44450" y="117856"/>
                </a:moveTo>
                <a:lnTo>
                  <a:pt x="33781" y="117856"/>
                </a:lnTo>
                <a:lnTo>
                  <a:pt x="35687" y="118110"/>
                </a:lnTo>
                <a:lnTo>
                  <a:pt x="42925" y="118110"/>
                </a:lnTo>
                <a:lnTo>
                  <a:pt x="44450" y="117856"/>
                </a:lnTo>
                <a:close/>
              </a:path>
              <a:path w="313690" h="118744">
                <a:moveTo>
                  <a:pt x="30734" y="48260"/>
                </a:moveTo>
                <a:lnTo>
                  <a:pt x="15112" y="48260"/>
                </a:lnTo>
                <a:lnTo>
                  <a:pt x="15112" y="96901"/>
                </a:lnTo>
                <a:lnTo>
                  <a:pt x="32670" y="117856"/>
                </a:lnTo>
                <a:lnTo>
                  <a:pt x="45169" y="117856"/>
                </a:lnTo>
                <a:lnTo>
                  <a:pt x="55575" y="106299"/>
                </a:lnTo>
                <a:lnTo>
                  <a:pt x="38226" y="106299"/>
                </a:lnTo>
                <a:lnTo>
                  <a:pt x="35051" y="104902"/>
                </a:lnTo>
                <a:lnTo>
                  <a:pt x="33400" y="102235"/>
                </a:lnTo>
                <a:lnTo>
                  <a:pt x="31623" y="99568"/>
                </a:lnTo>
                <a:lnTo>
                  <a:pt x="30734" y="95631"/>
                </a:lnTo>
                <a:lnTo>
                  <a:pt x="30734" y="48260"/>
                </a:lnTo>
                <a:close/>
              </a:path>
              <a:path w="313690" h="118744">
                <a:moveTo>
                  <a:pt x="55245" y="104902"/>
                </a:moveTo>
                <a:lnTo>
                  <a:pt x="50545" y="104902"/>
                </a:lnTo>
                <a:lnTo>
                  <a:pt x="48767" y="105410"/>
                </a:lnTo>
                <a:lnTo>
                  <a:pt x="47751" y="105664"/>
                </a:lnTo>
                <a:lnTo>
                  <a:pt x="44894" y="106299"/>
                </a:lnTo>
                <a:lnTo>
                  <a:pt x="55575" y="106299"/>
                </a:lnTo>
                <a:lnTo>
                  <a:pt x="55448" y="105664"/>
                </a:lnTo>
                <a:lnTo>
                  <a:pt x="55397" y="105410"/>
                </a:lnTo>
                <a:lnTo>
                  <a:pt x="55245" y="104902"/>
                </a:lnTo>
                <a:close/>
              </a:path>
              <a:path w="313690" h="118744">
                <a:moveTo>
                  <a:pt x="54228" y="104012"/>
                </a:moveTo>
                <a:lnTo>
                  <a:pt x="52577" y="104012"/>
                </a:lnTo>
                <a:lnTo>
                  <a:pt x="51308" y="104521"/>
                </a:lnTo>
                <a:lnTo>
                  <a:pt x="50546" y="104775"/>
                </a:lnTo>
                <a:lnTo>
                  <a:pt x="49064" y="105410"/>
                </a:lnTo>
                <a:lnTo>
                  <a:pt x="48767" y="105410"/>
                </a:lnTo>
                <a:lnTo>
                  <a:pt x="50545" y="104902"/>
                </a:lnTo>
                <a:lnTo>
                  <a:pt x="55245" y="104902"/>
                </a:lnTo>
                <a:lnTo>
                  <a:pt x="55202" y="104775"/>
                </a:lnTo>
                <a:lnTo>
                  <a:pt x="55117" y="104521"/>
                </a:lnTo>
                <a:lnTo>
                  <a:pt x="54863" y="104267"/>
                </a:lnTo>
                <a:lnTo>
                  <a:pt x="54228" y="104012"/>
                </a:lnTo>
                <a:close/>
              </a:path>
              <a:path w="313690" h="118744">
                <a:moveTo>
                  <a:pt x="53593" y="36830"/>
                </a:moveTo>
                <a:lnTo>
                  <a:pt x="2286" y="36830"/>
                </a:lnTo>
                <a:lnTo>
                  <a:pt x="1397" y="37211"/>
                </a:lnTo>
                <a:lnTo>
                  <a:pt x="1015" y="37592"/>
                </a:lnTo>
                <a:lnTo>
                  <a:pt x="762" y="38100"/>
                </a:lnTo>
                <a:lnTo>
                  <a:pt x="508" y="38481"/>
                </a:lnTo>
                <a:lnTo>
                  <a:pt x="253" y="39878"/>
                </a:lnTo>
                <a:lnTo>
                  <a:pt x="0" y="40640"/>
                </a:lnTo>
                <a:lnTo>
                  <a:pt x="0" y="44577"/>
                </a:lnTo>
                <a:lnTo>
                  <a:pt x="253" y="45974"/>
                </a:lnTo>
                <a:lnTo>
                  <a:pt x="762" y="46862"/>
                </a:lnTo>
                <a:lnTo>
                  <a:pt x="1397" y="47879"/>
                </a:lnTo>
                <a:lnTo>
                  <a:pt x="2159" y="48260"/>
                </a:lnTo>
                <a:lnTo>
                  <a:pt x="53593" y="48260"/>
                </a:lnTo>
                <a:lnTo>
                  <a:pt x="54355" y="47879"/>
                </a:lnTo>
                <a:lnTo>
                  <a:pt x="54990" y="46862"/>
                </a:lnTo>
                <a:lnTo>
                  <a:pt x="55499" y="45974"/>
                </a:lnTo>
                <a:lnTo>
                  <a:pt x="55879" y="44577"/>
                </a:lnTo>
                <a:lnTo>
                  <a:pt x="55752" y="40640"/>
                </a:lnTo>
                <a:lnTo>
                  <a:pt x="55625" y="39878"/>
                </a:lnTo>
                <a:lnTo>
                  <a:pt x="55499" y="39116"/>
                </a:lnTo>
                <a:lnTo>
                  <a:pt x="55372" y="38481"/>
                </a:lnTo>
                <a:lnTo>
                  <a:pt x="54990" y="38100"/>
                </a:lnTo>
                <a:lnTo>
                  <a:pt x="54737" y="37592"/>
                </a:lnTo>
                <a:lnTo>
                  <a:pt x="54355" y="37211"/>
                </a:lnTo>
                <a:lnTo>
                  <a:pt x="54165" y="37211"/>
                </a:lnTo>
                <a:lnTo>
                  <a:pt x="53593" y="36830"/>
                </a:lnTo>
                <a:close/>
              </a:path>
              <a:path w="313690" h="118744">
                <a:moveTo>
                  <a:pt x="28575" y="16510"/>
                </a:moveTo>
                <a:lnTo>
                  <a:pt x="17272" y="16510"/>
                </a:lnTo>
                <a:lnTo>
                  <a:pt x="16001" y="17018"/>
                </a:lnTo>
                <a:lnTo>
                  <a:pt x="15112" y="36830"/>
                </a:lnTo>
                <a:lnTo>
                  <a:pt x="30734" y="36830"/>
                </a:lnTo>
                <a:lnTo>
                  <a:pt x="30734" y="18415"/>
                </a:lnTo>
                <a:lnTo>
                  <a:pt x="30606" y="18034"/>
                </a:lnTo>
                <a:lnTo>
                  <a:pt x="30099" y="17272"/>
                </a:lnTo>
                <a:lnTo>
                  <a:pt x="29717" y="17018"/>
                </a:lnTo>
                <a:lnTo>
                  <a:pt x="29083" y="16764"/>
                </a:lnTo>
                <a:lnTo>
                  <a:pt x="28575" y="16510"/>
                </a:lnTo>
                <a:close/>
              </a:path>
              <a:path w="313690" h="118744">
                <a:moveTo>
                  <a:pt x="90466" y="116712"/>
                </a:moveTo>
                <a:lnTo>
                  <a:pt x="79121" y="116712"/>
                </a:lnTo>
                <a:lnTo>
                  <a:pt x="79883" y="116967"/>
                </a:lnTo>
                <a:lnTo>
                  <a:pt x="89535" y="116967"/>
                </a:lnTo>
                <a:lnTo>
                  <a:pt x="90466" y="116712"/>
                </a:lnTo>
                <a:close/>
              </a:path>
              <a:path w="313690" h="118744">
                <a:moveTo>
                  <a:pt x="148335" y="116712"/>
                </a:moveTo>
                <a:lnTo>
                  <a:pt x="137032" y="116712"/>
                </a:lnTo>
                <a:lnTo>
                  <a:pt x="137795" y="116967"/>
                </a:lnTo>
                <a:lnTo>
                  <a:pt x="147574" y="116967"/>
                </a:lnTo>
                <a:lnTo>
                  <a:pt x="148335" y="116712"/>
                </a:lnTo>
                <a:close/>
              </a:path>
              <a:path w="313690" h="118744">
                <a:moveTo>
                  <a:pt x="90424" y="0"/>
                </a:moveTo>
                <a:lnTo>
                  <a:pt x="79121" y="0"/>
                </a:lnTo>
                <a:lnTo>
                  <a:pt x="77850" y="508"/>
                </a:lnTo>
                <a:lnTo>
                  <a:pt x="77470" y="762"/>
                </a:lnTo>
                <a:lnTo>
                  <a:pt x="77215" y="1143"/>
                </a:lnTo>
                <a:lnTo>
                  <a:pt x="76962" y="1397"/>
                </a:lnTo>
                <a:lnTo>
                  <a:pt x="76962" y="115443"/>
                </a:lnTo>
                <a:lnTo>
                  <a:pt x="77215" y="115697"/>
                </a:lnTo>
                <a:lnTo>
                  <a:pt x="77470" y="116078"/>
                </a:lnTo>
                <a:lnTo>
                  <a:pt x="77850" y="116332"/>
                </a:lnTo>
                <a:lnTo>
                  <a:pt x="78803" y="116712"/>
                </a:lnTo>
                <a:lnTo>
                  <a:pt x="90614" y="116712"/>
                </a:lnTo>
                <a:lnTo>
                  <a:pt x="91566" y="116332"/>
                </a:lnTo>
                <a:lnTo>
                  <a:pt x="91948" y="116078"/>
                </a:lnTo>
                <a:lnTo>
                  <a:pt x="92201" y="115697"/>
                </a:lnTo>
                <a:lnTo>
                  <a:pt x="92455" y="115443"/>
                </a:lnTo>
                <a:lnTo>
                  <a:pt x="92583" y="115062"/>
                </a:lnTo>
                <a:lnTo>
                  <a:pt x="92583" y="61722"/>
                </a:lnTo>
                <a:lnTo>
                  <a:pt x="96900" y="56896"/>
                </a:lnTo>
                <a:lnTo>
                  <a:pt x="100965" y="53340"/>
                </a:lnTo>
                <a:lnTo>
                  <a:pt x="104901" y="50927"/>
                </a:lnTo>
                <a:lnTo>
                  <a:pt x="108839" y="48387"/>
                </a:lnTo>
                <a:lnTo>
                  <a:pt x="111201" y="47625"/>
                </a:lnTo>
                <a:lnTo>
                  <a:pt x="92583" y="47625"/>
                </a:lnTo>
                <a:lnTo>
                  <a:pt x="92583" y="1778"/>
                </a:lnTo>
                <a:lnTo>
                  <a:pt x="92455" y="1397"/>
                </a:lnTo>
                <a:lnTo>
                  <a:pt x="92201" y="1143"/>
                </a:lnTo>
                <a:lnTo>
                  <a:pt x="91948" y="762"/>
                </a:lnTo>
                <a:lnTo>
                  <a:pt x="91566" y="508"/>
                </a:lnTo>
                <a:lnTo>
                  <a:pt x="90931" y="254"/>
                </a:lnTo>
                <a:lnTo>
                  <a:pt x="90424" y="0"/>
                </a:lnTo>
                <a:close/>
              </a:path>
              <a:path w="313690" h="118744">
                <a:moveTo>
                  <a:pt x="145957" y="47117"/>
                </a:moveTo>
                <a:lnTo>
                  <a:pt x="119760" y="47117"/>
                </a:lnTo>
                <a:lnTo>
                  <a:pt x="122427" y="47625"/>
                </a:lnTo>
                <a:lnTo>
                  <a:pt x="127000" y="49657"/>
                </a:lnTo>
                <a:lnTo>
                  <a:pt x="135000" y="115443"/>
                </a:lnTo>
                <a:lnTo>
                  <a:pt x="135254" y="115697"/>
                </a:lnTo>
                <a:lnTo>
                  <a:pt x="135508" y="116078"/>
                </a:lnTo>
                <a:lnTo>
                  <a:pt x="135890" y="116332"/>
                </a:lnTo>
                <a:lnTo>
                  <a:pt x="136842" y="116712"/>
                </a:lnTo>
                <a:lnTo>
                  <a:pt x="148717" y="116712"/>
                </a:lnTo>
                <a:lnTo>
                  <a:pt x="149478" y="116332"/>
                </a:lnTo>
                <a:lnTo>
                  <a:pt x="149859" y="116078"/>
                </a:lnTo>
                <a:lnTo>
                  <a:pt x="150114" y="115697"/>
                </a:lnTo>
                <a:lnTo>
                  <a:pt x="150368" y="115443"/>
                </a:lnTo>
                <a:lnTo>
                  <a:pt x="150343" y="61722"/>
                </a:lnTo>
                <a:lnTo>
                  <a:pt x="146176" y="47371"/>
                </a:lnTo>
                <a:lnTo>
                  <a:pt x="145957" y="47117"/>
                </a:lnTo>
                <a:close/>
              </a:path>
              <a:path w="313690" h="118744">
                <a:moveTo>
                  <a:pt x="125602" y="35179"/>
                </a:moveTo>
                <a:lnTo>
                  <a:pt x="115316" y="35179"/>
                </a:lnTo>
                <a:lnTo>
                  <a:pt x="110744" y="36195"/>
                </a:lnTo>
                <a:lnTo>
                  <a:pt x="101600" y="40259"/>
                </a:lnTo>
                <a:lnTo>
                  <a:pt x="97027" y="43434"/>
                </a:lnTo>
                <a:lnTo>
                  <a:pt x="92583" y="47625"/>
                </a:lnTo>
                <a:lnTo>
                  <a:pt x="111201" y="47625"/>
                </a:lnTo>
                <a:lnTo>
                  <a:pt x="112775" y="47117"/>
                </a:lnTo>
                <a:lnTo>
                  <a:pt x="145957" y="47117"/>
                </a:lnTo>
                <a:lnTo>
                  <a:pt x="143764" y="44577"/>
                </a:lnTo>
                <a:lnTo>
                  <a:pt x="141350" y="41656"/>
                </a:lnTo>
                <a:lnTo>
                  <a:pt x="138175" y="39370"/>
                </a:lnTo>
                <a:lnTo>
                  <a:pt x="134366" y="37719"/>
                </a:lnTo>
                <a:lnTo>
                  <a:pt x="130428" y="35941"/>
                </a:lnTo>
                <a:lnTo>
                  <a:pt x="125602" y="35179"/>
                </a:lnTo>
                <a:close/>
              </a:path>
              <a:path w="313690" h="118744">
                <a:moveTo>
                  <a:pt x="237975" y="46355"/>
                </a:moveTo>
                <a:lnTo>
                  <a:pt x="210311" y="46355"/>
                </a:lnTo>
                <a:lnTo>
                  <a:pt x="214375" y="46862"/>
                </a:lnTo>
                <a:lnTo>
                  <a:pt x="213783" y="46862"/>
                </a:lnTo>
                <a:lnTo>
                  <a:pt x="215900" y="47498"/>
                </a:lnTo>
                <a:lnTo>
                  <a:pt x="218715" y="48387"/>
                </a:lnTo>
                <a:lnTo>
                  <a:pt x="218538" y="48387"/>
                </a:lnTo>
                <a:lnTo>
                  <a:pt x="220345" y="49403"/>
                </a:lnTo>
                <a:lnTo>
                  <a:pt x="226314" y="61341"/>
                </a:lnTo>
                <a:lnTo>
                  <a:pt x="226314" y="70104"/>
                </a:lnTo>
                <a:lnTo>
                  <a:pt x="207899" y="70104"/>
                </a:lnTo>
                <a:lnTo>
                  <a:pt x="201929" y="70612"/>
                </a:lnTo>
                <a:lnTo>
                  <a:pt x="174625" y="84201"/>
                </a:lnTo>
                <a:lnTo>
                  <a:pt x="172720" y="87249"/>
                </a:lnTo>
                <a:lnTo>
                  <a:pt x="171703" y="91059"/>
                </a:lnTo>
                <a:lnTo>
                  <a:pt x="171703" y="98933"/>
                </a:lnTo>
                <a:lnTo>
                  <a:pt x="172237" y="101600"/>
                </a:lnTo>
                <a:lnTo>
                  <a:pt x="172339" y="102108"/>
                </a:lnTo>
                <a:lnTo>
                  <a:pt x="173862" y="105029"/>
                </a:lnTo>
                <a:lnTo>
                  <a:pt x="175259" y="107823"/>
                </a:lnTo>
                <a:lnTo>
                  <a:pt x="177292" y="110236"/>
                </a:lnTo>
                <a:lnTo>
                  <a:pt x="179831" y="112268"/>
                </a:lnTo>
                <a:lnTo>
                  <a:pt x="182372" y="114173"/>
                </a:lnTo>
                <a:lnTo>
                  <a:pt x="185674" y="115824"/>
                </a:lnTo>
                <a:lnTo>
                  <a:pt x="185880" y="115824"/>
                </a:lnTo>
                <a:lnTo>
                  <a:pt x="192785" y="117729"/>
                </a:lnTo>
                <a:lnTo>
                  <a:pt x="196850" y="118364"/>
                </a:lnTo>
                <a:lnTo>
                  <a:pt x="206501" y="118364"/>
                </a:lnTo>
                <a:lnTo>
                  <a:pt x="211327" y="117348"/>
                </a:lnTo>
                <a:lnTo>
                  <a:pt x="215900" y="115316"/>
                </a:lnTo>
                <a:lnTo>
                  <a:pt x="220472" y="113411"/>
                </a:lnTo>
                <a:lnTo>
                  <a:pt x="224662" y="110617"/>
                </a:lnTo>
                <a:lnTo>
                  <a:pt x="228073" y="107442"/>
                </a:lnTo>
                <a:lnTo>
                  <a:pt x="198754" y="107442"/>
                </a:lnTo>
                <a:lnTo>
                  <a:pt x="194818" y="106299"/>
                </a:lnTo>
                <a:lnTo>
                  <a:pt x="189102" y="101600"/>
                </a:lnTo>
                <a:lnTo>
                  <a:pt x="187705" y="98552"/>
                </a:lnTo>
                <a:lnTo>
                  <a:pt x="187705" y="92329"/>
                </a:lnTo>
                <a:lnTo>
                  <a:pt x="208660" y="80137"/>
                </a:lnTo>
                <a:lnTo>
                  <a:pt x="241934" y="80137"/>
                </a:lnTo>
                <a:lnTo>
                  <a:pt x="241934" y="58928"/>
                </a:lnTo>
                <a:lnTo>
                  <a:pt x="241300" y="54864"/>
                </a:lnTo>
                <a:lnTo>
                  <a:pt x="240156" y="51308"/>
                </a:lnTo>
                <a:lnTo>
                  <a:pt x="238886" y="47752"/>
                </a:lnTo>
                <a:lnTo>
                  <a:pt x="237975" y="46355"/>
                </a:lnTo>
                <a:close/>
              </a:path>
              <a:path w="313690" h="118744">
                <a:moveTo>
                  <a:pt x="241934" y="107187"/>
                </a:moveTo>
                <a:lnTo>
                  <a:pt x="228346" y="107187"/>
                </a:lnTo>
                <a:lnTo>
                  <a:pt x="228346" y="115316"/>
                </a:lnTo>
                <a:lnTo>
                  <a:pt x="228600" y="115824"/>
                </a:lnTo>
                <a:lnTo>
                  <a:pt x="229107" y="116205"/>
                </a:lnTo>
                <a:lnTo>
                  <a:pt x="229489" y="116586"/>
                </a:lnTo>
                <a:lnTo>
                  <a:pt x="230250" y="116840"/>
                </a:lnTo>
                <a:lnTo>
                  <a:pt x="239902" y="116840"/>
                </a:lnTo>
                <a:lnTo>
                  <a:pt x="240665" y="116586"/>
                </a:lnTo>
                <a:lnTo>
                  <a:pt x="241680" y="115824"/>
                </a:lnTo>
                <a:lnTo>
                  <a:pt x="241934" y="115316"/>
                </a:lnTo>
                <a:lnTo>
                  <a:pt x="241934" y="107187"/>
                </a:lnTo>
                <a:close/>
              </a:path>
              <a:path w="313690" h="118744">
                <a:moveTo>
                  <a:pt x="241934" y="80137"/>
                </a:moveTo>
                <a:lnTo>
                  <a:pt x="226314" y="80137"/>
                </a:lnTo>
                <a:lnTo>
                  <a:pt x="226314" y="96139"/>
                </a:lnTo>
                <a:lnTo>
                  <a:pt x="222503" y="99949"/>
                </a:lnTo>
                <a:lnTo>
                  <a:pt x="218821" y="102870"/>
                </a:lnTo>
                <a:lnTo>
                  <a:pt x="215265" y="104648"/>
                </a:lnTo>
                <a:lnTo>
                  <a:pt x="211708" y="106553"/>
                </a:lnTo>
                <a:lnTo>
                  <a:pt x="207899" y="107442"/>
                </a:lnTo>
                <a:lnTo>
                  <a:pt x="228073" y="107442"/>
                </a:lnTo>
                <a:lnTo>
                  <a:pt x="228346" y="107187"/>
                </a:lnTo>
                <a:lnTo>
                  <a:pt x="241934" y="107187"/>
                </a:lnTo>
                <a:lnTo>
                  <a:pt x="241934" y="80137"/>
                </a:lnTo>
                <a:close/>
              </a:path>
              <a:path w="313690" h="118744">
                <a:moveTo>
                  <a:pt x="214375" y="35179"/>
                </a:moveTo>
                <a:lnTo>
                  <a:pt x="204850" y="35179"/>
                </a:lnTo>
                <a:lnTo>
                  <a:pt x="201675" y="35433"/>
                </a:lnTo>
                <a:lnTo>
                  <a:pt x="195199" y="36449"/>
                </a:lnTo>
                <a:lnTo>
                  <a:pt x="192150" y="37211"/>
                </a:lnTo>
                <a:lnTo>
                  <a:pt x="189483" y="37973"/>
                </a:lnTo>
                <a:lnTo>
                  <a:pt x="186690" y="38735"/>
                </a:lnTo>
                <a:lnTo>
                  <a:pt x="184276" y="39624"/>
                </a:lnTo>
                <a:lnTo>
                  <a:pt x="182245" y="40640"/>
                </a:lnTo>
                <a:lnTo>
                  <a:pt x="180085" y="41656"/>
                </a:lnTo>
                <a:lnTo>
                  <a:pt x="176149" y="45593"/>
                </a:lnTo>
                <a:lnTo>
                  <a:pt x="176149" y="51816"/>
                </a:lnTo>
                <a:lnTo>
                  <a:pt x="176301" y="52197"/>
                </a:lnTo>
                <a:lnTo>
                  <a:pt x="176402" y="52451"/>
                </a:lnTo>
                <a:lnTo>
                  <a:pt x="176720" y="52959"/>
                </a:lnTo>
                <a:lnTo>
                  <a:pt x="176910" y="53340"/>
                </a:lnTo>
                <a:lnTo>
                  <a:pt x="177419" y="53848"/>
                </a:lnTo>
                <a:lnTo>
                  <a:pt x="177673" y="53848"/>
                </a:lnTo>
                <a:lnTo>
                  <a:pt x="178244" y="54229"/>
                </a:lnTo>
                <a:lnTo>
                  <a:pt x="179704" y="54229"/>
                </a:lnTo>
                <a:lnTo>
                  <a:pt x="180975" y="53848"/>
                </a:lnTo>
                <a:lnTo>
                  <a:pt x="182499" y="52959"/>
                </a:lnTo>
                <a:lnTo>
                  <a:pt x="184023" y="52197"/>
                </a:lnTo>
                <a:lnTo>
                  <a:pt x="185927" y="51308"/>
                </a:lnTo>
                <a:lnTo>
                  <a:pt x="188214" y="50292"/>
                </a:lnTo>
                <a:lnTo>
                  <a:pt x="190626" y="49403"/>
                </a:lnTo>
                <a:lnTo>
                  <a:pt x="193294" y="48387"/>
                </a:lnTo>
                <a:lnTo>
                  <a:pt x="199390" y="46862"/>
                </a:lnTo>
                <a:lnTo>
                  <a:pt x="202819" y="46355"/>
                </a:lnTo>
                <a:lnTo>
                  <a:pt x="237975" y="46355"/>
                </a:lnTo>
                <a:lnTo>
                  <a:pt x="236981" y="44831"/>
                </a:lnTo>
                <a:lnTo>
                  <a:pt x="231648" y="40005"/>
                </a:lnTo>
                <a:lnTo>
                  <a:pt x="228219" y="38227"/>
                </a:lnTo>
                <a:lnTo>
                  <a:pt x="223900" y="36957"/>
                </a:lnTo>
                <a:lnTo>
                  <a:pt x="219582" y="35814"/>
                </a:lnTo>
                <a:lnTo>
                  <a:pt x="214375" y="35179"/>
                </a:lnTo>
                <a:close/>
              </a:path>
              <a:path w="313690" h="118744">
                <a:moveTo>
                  <a:pt x="302005" y="117856"/>
                </a:moveTo>
                <a:lnTo>
                  <a:pt x="291337" y="117856"/>
                </a:lnTo>
                <a:lnTo>
                  <a:pt x="293243" y="118110"/>
                </a:lnTo>
                <a:lnTo>
                  <a:pt x="300481" y="118110"/>
                </a:lnTo>
                <a:lnTo>
                  <a:pt x="302005" y="117856"/>
                </a:lnTo>
                <a:close/>
              </a:path>
              <a:path w="313690" h="118744">
                <a:moveTo>
                  <a:pt x="288290" y="48260"/>
                </a:moveTo>
                <a:lnTo>
                  <a:pt x="272669" y="48260"/>
                </a:lnTo>
                <a:lnTo>
                  <a:pt x="272669" y="96901"/>
                </a:lnTo>
                <a:lnTo>
                  <a:pt x="290226" y="117856"/>
                </a:lnTo>
                <a:lnTo>
                  <a:pt x="302725" y="117856"/>
                </a:lnTo>
                <a:lnTo>
                  <a:pt x="313131" y="106299"/>
                </a:lnTo>
                <a:lnTo>
                  <a:pt x="295782" y="106299"/>
                </a:lnTo>
                <a:lnTo>
                  <a:pt x="292607" y="104902"/>
                </a:lnTo>
                <a:lnTo>
                  <a:pt x="290956" y="102235"/>
                </a:lnTo>
                <a:lnTo>
                  <a:pt x="289178" y="99568"/>
                </a:lnTo>
                <a:lnTo>
                  <a:pt x="288290" y="95631"/>
                </a:lnTo>
                <a:lnTo>
                  <a:pt x="288290" y="48260"/>
                </a:lnTo>
                <a:close/>
              </a:path>
              <a:path w="313690" h="118744">
                <a:moveTo>
                  <a:pt x="312800" y="104902"/>
                </a:moveTo>
                <a:lnTo>
                  <a:pt x="308101" y="104902"/>
                </a:lnTo>
                <a:lnTo>
                  <a:pt x="306324" y="105410"/>
                </a:lnTo>
                <a:lnTo>
                  <a:pt x="305307" y="105664"/>
                </a:lnTo>
                <a:lnTo>
                  <a:pt x="302450" y="106299"/>
                </a:lnTo>
                <a:lnTo>
                  <a:pt x="313131" y="106299"/>
                </a:lnTo>
                <a:lnTo>
                  <a:pt x="313004" y="105664"/>
                </a:lnTo>
                <a:lnTo>
                  <a:pt x="312953" y="105410"/>
                </a:lnTo>
                <a:lnTo>
                  <a:pt x="312800" y="104902"/>
                </a:lnTo>
                <a:close/>
              </a:path>
              <a:path w="313690" h="118744">
                <a:moveTo>
                  <a:pt x="311784" y="104012"/>
                </a:moveTo>
                <a:lnTo>
                  <a:pt x="310133" y="104012"/>
                </a:lnTo>
                <a:lnTo>
                  <a:pt x="308864" y="104521"/>
                </a:lnTo>
                <a:lnTo>
                  <a:pt x="308101" y="104775"/>
                </a:lnTo>
                <a:lnTo>
                  <a:pt x="306620" y="105410"/>
                </a:lnTo>
                <a:lnTo>
                  <a:pt x="306324" y="105410"/>
                </a:lnTo>
                <a:lnTo>
                  <a:pt x="308101" y="104902"/>
                </a:lnTo>
                <a:lnTo>
                  <a:pt x="312800" y="104902"/>
                </a:lnTo>
                <a:lnTo>
                  <a:pt x="312674" y="104521"/>
                </a:lnTo>
                <a:lnTo>
                  <a:pt x="312420" y="104267"/>
                </a:lnTo>
                <a:lnTo>
                  <a:pt x="311784" y="104012"/>
                </a:lnTo>
                <a:close/>
              </a:path>
              <a:path w="313690" h="118744">
                <a:moveTo>
                  <a:pt x="311150" y="36830"/>
                </a:moveTo>
                <a:lnTo>
                  <a:pt x="259842" y="36830"/>
                </a:lnTo>
                <a:lnTo>
                  <a:pt x="258952" y="37211"/>
                </a:lnTo>
                <a:lnTo>
                  <a:pt x="258572" y="37592"/>
                </a:lnTo>
                <a:lnTo>
                  <a:pt x="258318" y="38100"/>
                </a:lnTo>
                <a:lnTo>
                  <a:pt x="258064" y="38481"/>
                </a:lnTo>
                <a:lnTo>
                  <a:pt x="257809" y="39878"/>
                </a:lnTo>
                <a:lnTo>
                  <a:pt x="257555" y="40640"/>
                </a:lnTo>
                <a:lnTo>
                  <a:pt x="257555" y="44577"/>
                </a:lnTo>
                <a:lnTo>
                  <a:pt x="257809" y="45974"/>
                </a:lnTo>
                <a:lnTo>
                  <a:pt x="258318" y="46862"/>
                </a:lnTo>
                <a:lnTo>
                  <a:pt x="258952" y="47879"/>
                </a:lnTo>
                <a:lnTo>
                  <a:pt x="259715" y="48260"/>
                </a:lnTo>
                <a:lnTo>
                  <a:pt x="311150" y="48260"/>
                </a:lnTo>
                <a:lnTo>
                  <a:pt x="311911" y="47879"/>
                </a:lnTo>
                <a:lnTo>
                  <a:pt x="312547" y="46862"/>
                </a:lnTo>
                <a:lnTo>
                  <a:pt x="313054" y="45974"/>
                </a:lnTo>
                <a:lnTo>
                  <a:pt x="313435" y="44577"/>
                </a:lnTo>
                <a:lnTo>
                  <a:pt x="313308" y="40640"/>
                </a:lnTo>
                <a:lnTo>
                  <a:pt x="313181" y="39878"/>
                </a:lnTo>
                <a:lnTo>
                  <a:pt x="313054" y="39116"/>
                </a:lnTo>
                <a:lnTo>
                  <a:pt x="312927" y="38481"/>
                </a:lnTo>
                <a:lnTo>
                  <a:pt x="312547" y="38100"/>
                </a:lnTo>
                <a:lnTo>
                  <a:pt x="312293" y="37592"/>
                </a:lnTo>
                <a:lnTo>
                  <a:pt x="311911" y="37211"/>
                </a:lnTo>
                <a:lnTo>
                  <a:pt x="311721" y="37211"/>
                </a:lnTo>
                <a:lnTo>
                  <a:pt x="311150" y="36830"/>
                </a:lnTo>
                <a:close/>
              </a:path>
              <a:path w="313690" h="118744">
                <a:moveTo>
                  <a:pt x="286130" y="16510"/>
                </a:moveTo>
                <a:lnTo>
                  <a:pt x="274827" y="16510"/>
                </a:lnTo>
                <a:lnTo>
                  <a:pt x="273557" y="17018"/>
                </a:lnTo>
                <a:lnTo>
                  <a:pt x="272668" y="36830"/>
                </a:lnTo>
                <a:lnTo>
                  <a:pt x="288290" y="36830"/>
                </a:lnTo>
                <a:lnTo>
                  <a:pt x="288290" y="18415"/>
                </a:lnTo>
                <a:lnTo>
                  <a:pt x="288162" y="18034"/>
                </a:lnTo>
                <a:lnTo>
                  <a:pt x="287654" y="17272"/>
                </a:lnTo>
                <a:lnTo>
                  <a:pt x="287274" y="17018"/>
                </a:lnTo>
                <a:lnTo>
                  <a:pt x="286639" y="16764"/>
                </a:lnTo>
                <a:lnTo>
                  <a:pt x="286130" y="1651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88784" y="1664842"/>
            <a:ext cx="859282" cy="11836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714488" y="1664842"/>
            <a:ext cx="968787" cy="11836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57284" y="1663954"/>
            <a:ext cx="1215051" cy="1479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037953" y="1669923"/>
            <a:ext cx="444436" cy="14236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3935" y="1882267"/>
            <a:ext cx="640638" cy="1188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14577" y="1882775"/>
            <a:ext cx="486664" cy="11836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871726" y="1945767"/>
            <a:ext cx="146685" cy="12700"/>
          </a:xfrm>
          <a:custGeom>
            <a:avLst/>
            <a:gdLst/>
            <a:ahLst/>
            <a:cxnLst/>
            <a:rect l="l" t="t" r="r" b="b"/>
            <a:pathLst>
              <a:path w="146685" h="12700">
                <a:moveTo>
                  <a:pt x="144144" y="0"/>
                </a:moveTo>
                <a:lnTo>
                  <a:pt x="2667" y="0"/>
                </a:lnTo>
                <a:lnTo>
                  <a:pt x="1650" y="508"/>
                </a:lnTo>
                <a:lnTo>
                  <a:pt x="381" y="2412"/>
                </a:lnTo>
                <a:lnTo>
                  <a:pt x="0" y="3937"/>
                </a:lnTo>
                <a:lnTo>
                  <a:pt x="0" y="8382"/>
                </a:lnTo>
                <a:lnTo>
                  <a:pt x="381" y="10033"/>
                </a:lnTo>
                <a:lnTo>
                  <a:pt x="1905" y="11811"/>
                </a:lnTo>
                <a:lnTo>
                  <a:pt x="2793" y="12319"/>
                </a:lnTo>
                <a:lnTo>
                  <a:pt x="144018" y="12319"/>
                </a:lnTo>
                <a:lnTo>
                  <a:pt x="144780" y="11811"/>
                </a:lnTo>
                <a:lnTo>
                  <a:pt x="146304" y="10033"/>
                </a:lnTo>
                <a:lnTo>
                  <a:pt x="146557" y="8382"/>
                </a:lnTo>
                <a:lnTo>
                  <a:pt x="146557" y="6096"/>
                </a:lnTo>
                <a:lnTo>
                  <a:pt x="146557" y="3937"/>
                </a:lnTo>
                <a:lnTo>
                  <a:pt x="146304" y="2412"/>
                </a:lnTo>
                <a:lnTo>
                  <a:pt x="144906" y="508"/>
                </a:lnTo>
                <a:lnTo>
                  <a:pt x="144144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082164" y="1887854"/>
            <a:ext cx="447501" cy="14236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597314" y="1917954"/>
            <a:ext cx="387185" cy="8318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048889" y="1881885"/>
            <a:ext cx="1018539" cy="14820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132453" y="1887854"/>
            <a:ext cx="1031748" cy="113284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2819479" y="2362025"/>
            <a:ext cx="5798820" cy="2037080"/>
            <a:chOff x="2819479" y="2362025"/>
            <a:chExt cx="5798820" cy="2037080"/>
          </a:xfrm>
        </p:grpSpPr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62801" y="2367026"/>
              <a:ext cx="1944624" cy="202069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666229" y="2372741"/>
              <a:ext cx="1941195" cy="2015489"/>
            </a:xfrm>
            <a:custGeom>
              <a:avLst/>
              <a:gdLst/>
              <a:ahLst/>
              <a:cxnLst/>
              <a:rect l="l" t="t" r="r" b="b"/>
              <a:pathLst>
                <a:path w="1941195" h="2015489">
                  <a:moveTo>
                    <a:pt x="933323" y="0"/>
                  </a:moveTo>
                  <a:lnTo>
                    <a:pt x="982144" y="1161"/>
                  </a:lnTo>
                  <a:lnTo>
                    <a:pt x="1030366" y="4612"/>
                  </a:lnTo>
                  <a:lnTo>
                    <a:pt x="1077936" y="10298"/>
                  </a:lnTo>
                  <a:lnTo>
                    <a:pt x="1124799" y="18167"/>
                  </a:lnTo>
                  <a:lnTo>
                    <a:pt x="1170905" y="28167"/>
                  </a:lnTo>
                  <a:lnTo>
                    <a:pt x="1216200" y="40244"/>
                  </a:lnTo>
                  <a:lnTo>
                    <a:pt x="1260631" y="54345"/>
                  </a:lnTo>
                  <a:lnTo>
                    <a:pt x="1304145" y="70418"/>
                  </a:lnTo>
                  <a:lnTo>
                    <a:pt x="1346690" y="88411"/>
                  </a:lnTo>
                  <a:lnTo>
                    <a:pt x="1388213" y="108269"/>
                  </a:lnTo>
                  <a:lnTo>
                    <a:pt x="1428662" y="129941"/>
                  </a:lnTo>
                  <a:lnTo>
                    <a:pt x="1467982" y="153374"/>
                  </a:lnTo>
                  <a:lnTo>
                    <a:pt x="1506122" y="178515"/>
                  </a:lnTo>
                  <a:lnTo>
                    <a:pt x="1543030" y="205310"/>
                  </a:lnTo>
                  <a:lnTo>
                    <a:pt x="1578651" y="233708"/>
                  </a:lnTo>
                  <a:lnTo>
                    <a:pt x="1612933" y="263656"/>
                  </a:lnTo>
                  <a:lnTo>
                    <a:pt x="1645824" y="295100"/>
                  </a:lnTo>
                  <a:lnTo>
                    <a:pt x="1677271" y="327988"/>
                  </a:lnTo>
                  <a:lnTo>
                    <a:pt x="1707221" y="362267"/>
                  </a:lnTo>
                  <a:lnTo>
                    <a:pt x="1735621" y="397885"/>
                  </a:lnTo>
                  <a:lnTo>
                    <a:pt x="1762418" y="434788"/>
                  </a:lnTo>
                  <a:lnTo>
                    <a:pt x="1787560" y="472923"/>
                  </a:lnTo>
                  <a:lnTo>
                    <a:pt x="1810994" y="512239"/>
                  </a:lnTo>
                  <a:lnTo>
                    <a:pt x="1832667" y="552682"/>
                  </a:lnTo>
                  <a:lnTo>
                    <a:pt x="1852527" y="594199"/>
                  </a:lnTo>
                  <a:lnTo>
                    <a:pt x="1870520" y="636738"/>
                  </a:lnTo>
                  <a:lnTo>
                    <a:pt x="1886594" y="680246"/>
                  </a:lnTo>
                  <a:lnTo>
                    <a:pt x="1900696" y="724669"/>
                  </a:lnTo>
                  <a:lnTo>
                    <a:pt x="1912773" y="769956"/>
                  </a:lnTo>
                  <a:lnTo>
                    <a:pt x="1922772" y="816053"/>
                  </a:lnTo>
                  <a:lnTo>
                    <a:pt x="1930642" y="862908"/>
                  </a:lnTo>
                  <a:lnTo>
                    <a:pt x="1936328" y="910468"/>
                  </a:lnTo>
                  <a:lnTo>
                    <a:pt x="1939779" y="958680"/>
                  </a:lnTo>
                  <a:lnTo>
                    <a:pt x="1940941" y="1007491"/>
                  </a:lnTo>
                  <a:lnTo>
                    <a:pt x="1939779" y="1056312"/>
                  </a:lnTo>
                  <a:lnTo>
                    <a:pt x="1936328" y="1104534"/>
                  </a:lnTo>
                  <a:lnTo>
                    <a:pt x="1930642" y="1152104"/>
                  </a:lnTo>
                  <a:lnTo>
                    <a:pt x="1922772" y="1198967"/>
                  </a:lnTo>
                  <a:lnTo>
                    <a:pt x="1912773" y="1245073"/>
                  </a:lnTo>
                  <a:lnTo>
                    <a:pt x="1900696" y="1290368"/>
                  </a:lnTo>
                  <a:lnTo>
                    <a:pt x="1886594" y="1334799"/>
                  </a:lnTo>
                  <a:lnTo>
                    <a:pt x="1870520" y="1378313"/>
                  </a:lnTo>
                  <a:lnTo>
                    <a:pt x="1852527" y="1420858"/>
                  </a:lnTo>
                  <a:lnTo>
                    <a:pt x="1832667" y="1462381"/>
                  </a:lnTo>
                  <a:lnTo>
                    <a:pt x="1810994" y="1502830"/>
                  </a:lnTo>
                  <a:lnTo>
                    <a:pt x="1787560" y="1542150"/>
                  </a:lnTo>
                  <a:lnTo>
                    <a:pt x="1762418" y="1580290"/>
                  </a:lnTo>
                  <a:lnTo>
                    <a:pt x="1735621" y="1617198"/>
                  </a:lnTo>
                  <a:lnTo>
                    <a:pt x="1707221" y="1652819"/>
                  </a:lnTo>
                  <a:lnTo>
                    <a:pt x="1677271" y="1687101"/>
                  </a:lnTo>
                  <a:lnTo>
                    <a:pt x="1645824" y="1719992"/>
                  </a:lnTo>
                  <a:lnTo>
                    <a:pt x="1612933" y="1751439"/>
                  </a:lnTo>
                  <a:lnTo>
                    <a:pt x="1578651" y="1781389"/>
                  </a:lnTo>
                  <a:lnTo>
                    <a:pt x="1543030" y="1809789"/>
                  </a:lnTo>
                  <a:lnTo>
                    <a:pt x="1506122" y="1836586"/>
                  </a:lnTo>
                  <a:lnTo>
                    <a:pt x="1467982" y="1861728"/>
                  </a:lnTo>
                  <a:lnTo>
                    <a:pt x="1428662" y="1885162"/>
                  </a:lnTo>
                  <a:lnTo>
                    <a:pt x="1388213" y="1906835"/>
                  </a:lnTo>
                  <a:lnTo>
                    <a:pt x="1346690" y="1926695"/>
                  </a:lnTo>
                  <a:lnTo>
                    <a:pt x="1304145" y="1944688"/>
                  </a:lnTo>
                  <a:lnTo>
                    <a:pt x="1260631" y="1960762"/>
                  </a:lnTo>
                  <a:lnTo>
                    <a:pt x="1216200" y="1974864"/>
                  </a:lnTo>
                  <a:lnTo>
                    <a:pt x="1170905" y="1986941"/>
                  </a:lnTo>
                  <a:lnTo>
                    <a:pt x="1124799" y="1996940"/>
                  </a:lnTo>
                  <a:lnTo>
                    <a:pt x="1077936" y="2004810"/>
                  </a:lnTo>
                  <a:lnTo>
                    <a:pt x="1030366" y="2010496"/>
                  </a:lnTo>
                  <a:lnTo>
                    <a:pt x="982144" y="2013947"/>
                  </a:lnTo>
                  <a:lnTo>
                    <a:pt x="933323" y="2015109"/>
                  </a:lnTo>
                  <a:lnTo>
                    <a:pt x="883372" y="2013892"/>
                  </a:lnTo>
                  <a:lnTo>
                    <a:pt x="834051" y="2010280"/>
                  </a:lnTo>
                  <a:lnTo>
                    <a:pt x="785417" y="2004330"/>
                  </a:lnTo>
                  <a:lnTo>
                    <a:pt x="737524" y="1996097"/>
                  </a:lnTo>
                  <a:lnTo>
                    <a:pt x="690431" y="1985639"/>
                  </a:lnTo>
                  <a:lnTo>
                    <a:pt x="644194" y="1973012"/>
                  </a:lnTo>
                  <a:lnTo>
                    <a:pt x="598869" y="1958273"/>
                  </a:lnTo>
                  <a:lnTo>
                    <a:pt x="554512" y="1941478"/>
                  </a:lnTo>
                  <a:lnTo>
                    <a:pt x="511181" y="1922684"/>
                  </a:lnTo>
                  <a:lnTo>
                    <a:pt x="468931" y="1901946"/>
                  </a:lnTo>
                  <a:lnTo>
                    <a:pt x="427820" y="1879323"/>
                  </a:lnTo>
                  <a:lnTo>
                    <a:pt x="387903" y="1854871"/>
                  </a:lnTo>
                  <a:lnTo>
                    <a:pt x="349238" y="1828645"/>
                  </a:lnTo>
                  <a:lnTo>
                    <a:pt x="311880" y="1800703"/>
                  </a:lnTo>
                  <a:lnTo>
                    <a:pt x="275887" y="1771101"/>
                  </a:lnTo>
                  <a:lnTo>
                    <a:pt x="241315" y="1739896"/>
                  </a:lnTo>
                  <a:lnTo>
                    <a:pt x="208220" y="1707144"/>
                  </a:lnTo>
                  <a:lnTo>
                    <a:pt x="176659" y="1672902"/>
                  </a:lnTo>
                  <a:lnTo>
                    <a:pt x="146688" y="1637227"/>
                  </a:lnTo>
                  <a:lnTo>
                    <a:pt x="118365" y="1600174"/>
                  </a:lnTo>
                  <a:lnTo>
                    <a:pt x="91744" y="1561801"/>
                  </a:lnTo>
                  <a:lnTo>
                    <a:pt x="66884" y="1522165"/>
                  </a:lnTo>
                  <a:lnTo>
                    <a:pt x="43840" y="1481321"/>
                  </a:lnTo>
                  <a:lnTo>
                    <a:pt x="22670" y="1439326"/>
                  </a:lnTo>
                  <a:lnTo>
                    <a:pt x="3428" y="1396238"/>
                  </a:lnTo>
                  <a:lnTo>
                    <a:pt x="90677" y="1278255"/>
                  </a:lnTo>
                  <a:lnTo>
                    <a:pt x="106835" y="1324149"/>
                  </a:lnTo>
                  <a:lnTo>
                    <a:pt x="125404" y="1368848"/>
                  </a:lnTo>
                  <a:lnTo>
                    <a:pt x="146307" y="1412274"/>
                  </a:lnTo>
                  <a:lnTo>
                    <a:pt x="169465" y="1454347"/>
                  </a:lnTo>
                  <a:lnTo>
                    <a:pt x="194798" y="1494990"/>
                  </a:lnTo>
                  <a:lnTo>
                    <a:pt x="222229" y="1534123"/>
                  </a:lnTo>
                  <a:lnTo>
                    <a:pt x="251679" y="1571669"/>
                  </a:lnTo>
                  <a:lnTo>
                    <a:pt x="283070" y="1607548"/>
                  </a:lnTo>
                  <a:lnTo>
                    <a:pt x="316322" y="1641681"/>
                  </a:lnTo>
                  <a:lnTo>
                    <a:pt x="351358" y="1673991"/>
                  </a:lnTo>
                  <a:lnTo>
                    <a:pt x="388098" y="1704399"/>
                  </a:lnTo>
                  <a:lnTo>
                    <a:pt x="426463" y="1732826"/>
                  </a:lnTo>
                  <a:lnTo>
                    <a:pt x="466377" y="1759193"/>
                  </a:lnTo>
                  <a:lnTo>
                    <a:pt x="507759" y="1783422"/>
                  </a:lnTo>
                  <a:lnTo>
                    <a:pt x="550531" y="1805435"/>
                  </a:lnTo>
                  <a:lnTo>
                    <a:pt x="594615" y="1825152"/>
                  </a:lnTo>
                  <a:lnTo>
                    <a:pt x="639931" y="1842495"/>
                  </a:lnTo>
                  <a:lnTo>
                    <a:pt x="686402" y="1857385"/>
                  </a:lnTo>
                  <a:lnTo>
                    <a:pt x="733949" y="1869745"/>
                  </a:lnTo>
                  <a:lnTo>
                    <a:pt x="782493" y="1879495"/>
                  </a:lnTo>
                  <a:lnTo>
                    <a:pt x="831956" y="1886556"/>
                  </a:lnTo>
                  <a:lnTo>
                    <a:pt x="882259" y="1890851"/>
                  </a:lnTo>
                  <a:lnTo>
                    <a:pt x="933323" y="1892300"/>
                  </a:lnTo>
                  <a:lnTo>
                    <a:pt x="981872" y="1890990"/>
                  </a:lnTo>
                  <a:lnTo>
                    <a:pt x="1029737" y="1887108"/>
                  </a:lnTo>
                  <a:lnTo>
                    <a:pt x="1076850" y="1880720"/>
                  </a:lnTo>
                  <a:lnTo>
                    <a:pt x="1123144" y="1871893"/>
                  </a:lnTo>
                  <a:lnTo>
                    <a:pt x="1168550" y="1860695"/>
                  </a:lnTo>
                  <a:lnTo>
                    <a:pt x="1213002" y="1847194"/>
                  </a:lnTo>
                  <a:lnTo>
                    <a:pt x="1256432" y="1831457"/>
                  </a:lnTo>
                  <a:lnTo>
                    <a:pt x="1298772" y="1813551"/>
                  </a:lnTo>
                  <a:lnTo>
                    <a:pt x="1339956" y="1793544"/>
                  </a:lnTo>
                  <a:lnTo>
                    <a:pt x="1379916" y="1771504"/>
                  </a:lnTo>
                  <a:lnTo>
                    <a:pt x="1418583" y="1747497"/>
                  </a:lnTo>
                  <a:lnTo>
                    <a:pt x="1455892" y="1721591"/>
                  </a:lnTo>
                  <a:lnTo>
                    <a:pt x="1491774" y="1693854"/>
                  </a:lnTo>
                  <a:lnTo>
                    <a:pt x="1526162" y="1664353"/>
                  </a:lnTo>
                  <a:lnTo>
                    <a:pt x="1558988" y="1633156"/>
                  </a:lnTo>
                  <a:lnTo>
                    <a:pt x="1590185" y="1600330"/>
                  </a:lnTo>
                  <a:lnTo>
                    <a:pt x="1619686" y="1565942"/>
                  </a:lnTo>
                  <a:lnTo>
                    <a:pt x="1647423" y="1530060"/>
                  </a:lnTo>
                  <a:lnTo>
                    <a:pt x="1673329" y="1492751"/>
                  </a:lnTo>
                  <a:lnTo>
                    <a:pt x="1697336" y="1454084"/>
                  </a:lnTo>
                  <a:lnTo>
                    <a:pt x="1719376" y="1414124"/>
                  </a:lnTo>
                  <a:lnTo>
                    <a:pt x="1739383" y="1372940"/>
                  </a:lnTo>
                  <a:lnTo>
                    <a:pt x="1757289" y="1330600"/>
                  </a:lnTo>
                  <a:lnTo>
                    <a:pt x="1773026" y="1287170"/>
                  </a:lnTo>
                  <a:lnTo>
                    <a:pt x="1786527" y="1242718"/>
                  </a:lnTo>
                  <a:lnTo>
                    <a:pt x="1797725" y="1197312"/>
                  </a:lnTo>
                  <a:lnTo>
                    <a:pt x="1806552" y="1151018"/>
                  </a:lnTo>
                  <a:lnTo>
                    <a:pt x="1812940" y="1103905"/>
                  </a:lnTo>
                  <a:lnTo>
                    <a:pt x="1816822" y="1056040"/>
                  </a:lnTo>
                  <a:lnTo>
                    <a:pt x="1818131" y="1007491"/>
                  </a:lnTo>
                  <a:lnTo>
                    <a:pt x="1816822" y="958953"/>
                  </a:lnTo>
                  <a:lnTo>
                    <a:pt x="1812940" y="911099"/>
                  </a:lnTo>
                  <a:lnTo>
                    <a:pt x="1806552" y="863997"/>
                  </a:lnTo>
                  <a:lnTo>
                    <a:pt x="1797725" y="817714"/>
                  </a:lnTo>
                  <a:lnTo>
                    <a:pt x="1786527" y="772316"/>
                  </a:lnTo>
                  <a:lnTo>
                    <a:pt x="1773026" y="727873"/>
                  </a:lnTo>
                  <a:lnTo>
                    <a:pt x="1757289" y="684451"/>
                  </a:lnTo>
                  <a:lnTo>
                    <a:pt x="1739383" y="642117"/>
                  </a:lnTo>
                  <a:lnTo>
                    <a:pt x="1719376" y="600940"/>
                  </a:lnTo>
                  <a:lnTo>
                    <a:pt x="1697336" y="560987"/>
                  </a:lnTo>
                  <a:lnTo>
                    <a:pt x="1673329" y="522324"/>
                  </a:lnTo>
                  <a:lnTo>
                    <a:pt x="1647423" y="485021"/>
                  </a:lnTo>
                  <a:lnTo>
                    <a:pt x="1619686" y="449143"/>
                  </a:lnTo>
                  <a:lnTo>
                    <a:pt x="1590185" y="414759"/>
                  </a:lnTo>
                  <a:lnTo>
                    <a:pt x="1558988" y="381936"/>
                  </a:lnTo>
                  <a:lnTo>
                    <a:pt x="1526162" y="350742"/>
                  </a:lnTo>
                  <a:lnTo>
                    <a:pt x="1491774" y="321243"/>
                  </a:lnTo>
                  <a:lnTo>
                    <a:pt x="1455892" y="293509"/>
                  </a:lnTo>
                  <a:lnTo>
                    <a:pt x="1418583" y="267605"/>
                  </a:lnTo>
                  <a:lnTo>
                    <a:pt x="1379916" y="243600"/>
                  </a:lnTo>
                  <a:lnTo>
                    <a:pt x="1339956" y="221560"/>
                  </a:lnTo>
                  <a:lnTo>
                    <a:pt x="1298772" y="201554"/>
                  </a:lnTo>
                  <a:lnTo>
                    <a:pt x="1256432" y="183649"/>
                  </a:lnTo>
                  <a:lnTo>
                    <a:pt x="1213002" y="167913"/>
                  </a:lnTo>
                  <a:lnTo>
                    <a:pt x="1168550" y="154412"/>
                  </a:lnTo>
                  <a:lnTo>
                    <a:pt x="1123144" y="143215"/>
                  </a:lnTo>
                  <a:lnTo>
                    <a:pt x="1076850" y="134388"/>
                  </a:lnTo>
                  <a:lnTo>
                    <a:pt x="1029737" y="128000"/>
                  </a:lnTo>
                  <a:lnTo>
                    <a:pt x="981872" y="124118"/>
                  </a:lnTo>
                  <a:lnTo>
                    <a:pt x="933323" y="122809"/>
                  </a:lnTo>
                  <a:lnTo>
                    <a:pt x="883949" y="124163"/>
                  </a:lnTo>
                  <a:lnTo>
                    <a:pt x="835283" y="128178"/>
                  </a:lnTo>
                  <a:lnTo>
                    <a:pt x="787398" y="134782"/>
                  </a:lnTo>
                  <a:lnTo>
                    <a:pt x="740363" y="143906"/>
                  </a:lnTo>
                  <a:lnTo>
                    <a:pt x="694250" y="155478"/>
                  </a:lnTo>
                  <a:lnTo>
                    <a:pt x="649130" y="169427"/>
                  </a:lnTo>
                  <a:lnTo>
                    <a:pt x="605074" y="185683"/>
                  </a:lnTo>
                  <a:lnTo>
                    <a:pt x="562153" y="204173"/>
                  </a:lnTo>
                  <a:lnTo>
                    <a:pt x="520438" y="224828"/>
                  </a:lnTo>
                  <a:lnTo>
                    <a:pt x="480000" y="247576"/>
                  </a:lnTo>
                  <a:lnTo>
                    <a:pt x="440911" y="272347"/>
                  </a:lnTo>
                  <a:lnTo>
                    <a:pt x="403240" y="299069"/>
                  </a:lnTo>
                  <a:lnTo>
                    <a:pt x="367060" y="327671"/>
                  </a:lnTo>
                  <a:lnTo>
                    <a:pt x="332441" y="358083"/>
                  </a:lnTo>
                  <a:lnTo>
                    <a:pt x="299455" y="390234"/>
                  </a:lnTo>
                  <a:lnTo>
                    <a:pt x="268172" y="424052"/>
                  </a:lnTo>
                  <a:lnTo>
                    <a:pt x="238663" y="459468"/>
                  </a:lnTo>
                  <a:lnTo>
                    <a:pt x="211000" y="496409"/>
                  </a:lnTo>
                  <a:lnTo>
                    <a:pt x="185254" y="534805"/>
                  </a:lnTo>
                  <a:lnTo>
                    <a:pt x="161495" y="574585"/>
                  </a:lnTo>
                  <a:lnTo>
                    <a:pt x="139795" y="615677"/>
                  </a:lnTo>
                  <a:lnTo>
                    <a:pt x="120224" y="658012"/>
                  </a:lnTo>
                  <a:lnTo>
                    <a:pt x="102854" y="701518"/>
                  </a:lnTo>
                  <a:lnTo>
                    <a:pt x="87756" y="746125"/>
                  </a:lnTo>
                  <a:lnTo>
                    <a:pt x="0" y="627253"/>
                  </a:lnTo>
                  <a:lnTo>
                    <a:pt x="19003" y="583633"/>
                  </a:lnTo>
                  <a:lnTo>
                    <a:pt x="39979" y="541114"/>
                  </a:lnTo>
                  <a:lnTo>
                    <a:pt x="62869" y="499753"/>
                  </a:lnTo>
                  <a:lnTo>
                    <a:pt x="87614" y="459608"/>
                  </a:lnTo>
                  <a:lnTo>
                    <a:pt x="114158" y="420737"/>
                  </a:lnTo>
                  <a:lnTo>
                    <a:pt x="142442" y="383198"/>
                  </a:lnTo>
                  <a:lnTo>
                    <a:pt x="172408" y="347049"/>
                  </a:lnTo>
                  <a:lnTo>
                    <a:pt x="203998" y="312347"/>
                  </a:lnTo>
                  <a:lnTo>
                    <a:pt x="237154" y="279151"/>
                  </a:lnTo>
                  <a:lnTo>
                    <a:pt x="271818" y="247518"/>
                  </a:lnTo>
                  <a:lnTo>
                    <a:pt x="307932" y="217507"/>
                  </a:lnTo>
                  <a:lnTo>
                    <a:pt x="345439" y="189175"/>
                  </a:lnTo>
                  <a:lnTo>
                    <a:pt x="384279" y="162580"/>
                  </a:lnTo>
                  <a:lnTo>
                    <a:pt x="424396" y="137779"/>
                  </a:lnTo>
                  <a:lnTo>
                    <a:pt x="465731" y="114832"/>
                  </a:lnTo>
                  <a:lnTo>
                    <a:pt x="508226" y="93795"/>
                  </a:lnTo>
                  <a:lnTo>
                    <a:pt x="551823" y="74727"/>
                  </a:lnTo>
                  <a:lnTo>
                    <a:pt x="596465" y="57686"/>
                  </a:lnTo>
                  <a:lnTo>
                    <a:pt x="642092" y="42728"/>
                  </a:lnTo>
                  <a:lnTo>
                    <a:pt x="688648" y="29914"/>
                  </a:lnTo>
                  <a:lnTo>
                    <a:pt x="736075" y="19299"/>
                  </a:lnTo>
                  <a:lnTo>
                    <a:pt x="784313" y="10942"/>
                  </a:lnTo>
                  <a:lnTo>
                    <a:pt x="833306" y="4902"/>
                  </a:lnTo>
                  <a:lnTo>
                    <a:pt x="882995" y="1235"/>
                  </a:lnTo>
                  <a:lnTo>
                    <a:pt x="933323" y="0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92472" y="2367026"/>
              <a:ext cx="2170176" cy="20115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796027" y="2372741"/>
              <a:ext cx="2165985" cy="2003425"/>
            </a:xfrm>
            <a:custGeom>
              <a:avLst/>
              <a:gdLst/>
              <a:ahLst/>
              <a:cxnLst/>
              <a:rect l="l" t="t" r="r" b="b"/>
              <a:pathLst>
                <a:path w="2165984" h="2003425">
                  <a:moveTo>
                    <a:pt x="928116" y="0"/>
                  </a:moveTo>
                  <a:lnTo>
                    <a:pt x="980111" y="1326"/>
                  </a:lnTo>
                  <a:lnTo>
                    <a:pt x="1031419" y="5263"/>
                  </a:lnTo>
                  <a:lnTo>
                    <a:pt x="1081973" y="11745"/>
                  </a:lnTo>
                  <a:lnTo>
                    <a:pt x="1131710" y="20708"/>
                  </a:lnTo>
                  <a:lnTo>
                    <a:pt x="1180564" y="32088"/>
                  </a:lnTo>
                  <a:lnTo>
                    <a:pt x="1228471" y="45818"/>
                  </a:lnTo>
                  <a:lnTo>
                    <a:pt x="1275366" y="61836"/>
                  </a:lnTo>
                  <a:lnTo>
                    <a:pt x="1321184" y="80075"/>
                  </a:lnTo>
                  <a:lnTo>
                    <a:pt x="1365861" y="100472"/>
                  </a:lnTo>
                  <a:lnTo>
                    <a:pt x="1409331" y="122961"/>
                  </a:lnTo>
                  <a:lnTo>
                    <a:pt x="1451530" y="147478"/>
                  </a:lnTo>
                  <a:lnTo>
                    <a:pt x="1492393" y="173959"/>
                  </a:lnTo>
                  <a:lnTo>
                    <a:pt x="1531856" y="202338"/>
                  </a:lnTo>
                  <a:lnTo>
                    <a:pt x="1569853" y="232551"/>
                  </a:lnTo>
                  <a:lnTo>
                    <a:pt x="1606320" y="264533"/>
                  </a:lnTo>
                  <a:lnTo>
                    <a:pt x="1641193" y="298220"/>
                  </a:lnTo>
                  <a:lnTo>
                    <a:pt x="1674405" y="333546"/>
                  </a:lnTo>
                  <a:lnTo>
                    <a:pt x="1705893" y="370447"/>
                  </a:lnTo>
                  <a:lnTo>
                    <a:pt x="1735592" y="408859"/>
                  </a:lnTo>
                  <a:lnTo>
                    <a:pt x="1763437" y="448717"/>
                  </a:lnTo>
                  <a:lnTo>
                    <a:pt x="1789363" y="489956"/>
                  </a:lnTo>
                  <a:lnTo>
                    <a:pt x="1813305" y="532511"/>
                  </a:lnTo>
                  <a:lnTo>
                    <a:pt x="1813305" y="531241"/>
                  </a:lnTo>
                  <a:lnTo>
                    <a:pt x="2165730" y="1008126"/>
                  </a:lnTo>
                  <a:lnTo>
                    <a:pt x="1813305" y="1484884"/>
                  </a:lnTo>
                  <a:lnTo>
                    <a:pt x="1813305" y="1470533"/>
                  </a:lnTo>
                  <a:lnTo>
                    <a:pt x="1789363" y="1513087"/>
                  </a:lnTo>
                  <a:lnTo>
                    <a:pt x="1763437" y="1554326"/>
                  </a:lnTo>
                  <a:lnTo>
                    <a:pt x="1735592" y="1594184"/>
                  </a:lnTo>
                  <a:lnTo>
                    <a:pt x="1705893" y="1632596"/>
                  </a:lnTo>
                  <a:lnTo>
                    <a:pt x="1674405" y="1669497"/>
                  </a:lnTo>
                  <a:lnTo>
                    <a:pt x="1641193" y="1704823"/>
                  </a:lnTo>
                  <a:lnTo>
                    <a:pt x="1606320" y="1738510"/>
                  </a:lnTo>
                  <a:lnTo>
                    <a:pt x="1569853" y="1770492"/>
                  </a:lnTo>
                  <a:lnTo>
                    <a:pt x="1531856" y="1800705"/>
                  </a:lnTo>
                  <a:lnTo>
                    <a:pt x="1492393" y="1829084"/>
                  </a:lnTo>
                  <a:lnTo>
                    <a:pt x="1451530" y="1855565"/>
                  </a:lnTo>
                  <a:lnTo>
                    <a:pt x="1409331" y="1880082"/>
                  </a:lnTo>
                  <a:lnTo>
                    <a:pt x="1365861" y="1902571"/>
                  </a:lnTo>
                  <a:lnTo>
                    <a:pt x="1321184" y="1922968"/>
                  </a:lnTo>
                  <a:lnTo>
                    <a:pt x="1275366" y="1941207"/>
                  </a:lnTo>
                  <a:lnTo>
                    <a:pt x="1228471" y="1957225"/>
                  </a:lnTo>
                  <a:lnTo>
                    <a:pt x="1180564" y="1970955"/>
                  </a:lnTo>
                  <a:lnTo>
                    <a:pt x="1131710" y="1982335"/>
                  </a:lnTo>
                  <a:lnTo>
                    <a:pt x="1081973" y="1991298"/>
                  </a:lnTo>
                  <a:lnTo>
                    <a:pt x="1031419" y="1997780"/>
                  </a:lnTo>
                  <a:lnTo>
                    <a:pt x="980111" y="2001717"/>
                  </a:lnTo>
                  <a:lnTo>
                    <a:pt x="928116" y="2003044"/>
                  </a:lnTo>
                  <a:lnTo>
                    <a:pt x="878423" y="2001832"/>
                  </a:lnTo>
                  <a:lnTo>
                    <a:pt x="829357" y="1998237"/>
                  </a:lnTo>
                  <a:lnTo>
                    <a:pt x="780975" y="1992313"/>
                  </a:lnTo>
                  <a:lnTo>
                    <a:pt x="733332" y="1984118"/>
                  </a:lnTo>
                  <a:lnTo>
                    <a:pt x="686485" y="1973707"/>
                  </a:lnTo>
                  <a:lnTo>
                    <a:pt x="640491" y="1961136"/>
                  </a:lnTo>
                  <a:lnTo>
                    <a:pt x="595404" y="1946463"/>
                  </a:lnTo>
                  <a:lnTo>
                    <a:pt x="551283" y="1929743"/>
                  </a:lnTo>
                  <a:lnTo>
                    <a:pt x="508183" y="1911033"/>
                  </a:lnTo>
                  <a:lnTo>
                    <a:pt x="466161" y="1890389"/>
                  </a:lnTo>
                  <a:lnTo>
                    <a:pt x="425272" y="1867868"/>
                  </a:lnTo>
                  <a:lnTo>
                    <a:pt x="385573" y="1843525"/>
                  </a:lnTo>
                  <a:lnTo>
                    <a:pt x="347121" y="1817418"/>
                  </a:lnTo>
                  <a:lnTo>
                    <a:pt x="309972" y="1789602"/>
                  </a:lnTo>
                  <a:lnTo>
                    <a:pt x="274182" y="1760133"/>
                  </a:lnTo>
                  <a:lnTo>
                    <a:pt x="239808" y="1729069"/>
                  </a:lnTo>
                  <a:lnTo>
                    <a:pt x="206905" y="1696465"/>
                  </a:lnTo>
                  <a:lnTo>
                    <a:pt x="175531" y="1662378"/>
                  </a:lnTo>
                  <a:lnTo>
                    <a:pt x="145741" y="1626863"/>
                  </a:lnTo>
                  <a:lnTo>
                    <a:pt x="117591" y="1589979"/>
                  </a:lnTo>
                  <a:lnTo>
                    <a:pt x="91139" y="1551779"/>
                  </a:lnTo>
                  <a:lnTo>
                    <a:pt x="66441" y="1512322"/>
                  </a:lnTo>
                  <a:lnTo>
                    <a:pt x="43552" y="1471664"/>
                  </a:lnTo>
                  <a:lnTo>
                    <a:pt x="22529" y="1429860"/>
                  </a:lnTo>
                  <a:lnTo>
                    <a:pt x="3429" y="1386967"/>
                  </a:lnTo>
                  <a:lnTo>
                    <a:pt x="90170" y="1269619"/>
                  </a:lnTo>
                  <a:lnTo>
                    <a:pt x="106190" y="1315301"/>
                  </a:lnTo>
                  <a:lnTo>
                    <a:pt x="124614" y="1359796"/>
                  </a:lnTo>
                  <a:lnTo>
                    <a:pt x="145364" y="1403025"/>
                  </a:lnTo>
                  <a:lnTo>
                    <a:pt x="168361" y="1444909"/>
                  </a:lnTo>
                  <a:lnTo>
                    <a:pt x="193526" y="1485371"/>
                  </a:lnTo>
                  <a:lnTo>
                    <a:pt x="220782" y="1524332"/>
                  </a:lnTo>
                  <a:lnTo>
                    <a:pt x="250050" y="1561712"/>
                  </a:lnTo>
                  <a:lnTo>
                    <a:pt x="281252" y="1597435"/>
                  </a:lnTo>
                  <a:lnTo>
                    <a:pt x="314309" y="1631422"/>
                  </a:lnTo>
                  <a:lnTo>
                    <a:pt x="349144" y="1663593"/>
                  </a:lnTo>
                  <a:lnTo>
                    <a:pt x="385678" y="1693872"/>
                  </a:lnTo>
                  <a:lnTo>
                    <a:pt x="423833" y="1722178"/>
                  </a:lnTo>
                  <a:lnTo>
                    <a:pt x="463530" y="1748435"/>
                  </a:lnTo>
                  <a:lnTo>
                    <a:pt x="504692" y="1772563"/>
                  </a:lnTo>
                  <a:lnTo>
                    <a:pt x="547239" y="1794484"/>
                  </a:lnTo>
                  <a:lnTo>
                    <a:pt x="591094" y="1814120"/>
                  </a:lnTo>
                  <a:lnTo>
                    <a:pt x="636178" y="1831393"/>
                  </a:lnTo>
                  <a:lnTo>
                    <a:pt x="682413" y="1846223"/>
                  </a:lnTo>
                  <a:lnTo>
                    <a:pt x="729721" y="1858532"/>
                  </a:lnTo>
                  <a:lnTo>
                    <a:pt x="778024" y="1868243"/>
                  </a:lnTo>
                  <a:lnTo>
                    <a:pt x="827243" y="1875276"/>
                  </a:lnTo>
                  <a:lnTo>
                    <a:pt x="877299" y="1879553"/>
                  </a:lnTo>
                  <a:lnTo>
                    <a:pt x="928116" y="1880997"/>
                  </a:lnTo>
                  <a:lnTo>
                    <a:pt x="976375" y="1879695"/>
                  </a:lnTo>
                  <a:lnTo>
                    <a:pt x="1023955" y="1875837"/>
                  </a:lnTo>
                  <a:lnTo>
                    <a:pt x="1070788" y="1869487"/>
                  </a:lnTo>
                  <a:lnTo>
                    <a:pt x="1116806" y="1860714"/>
                  </a:lnTo>
                  <a:lnTo>
                    <a:pt x="1161943" y="1849585"/>
                  </a:lnTo>
                  <a:lnTo>
                    <a:pt x="1206132" y="1836166"/>
                  </a:lnTo>
                  <a:lnTo>
                    <a:pt x="1249305" y="1820524"/>
                  </a:lnTo>
                  <a:lnTo>
                    <a:pt x="1291395" y="1802727"/>
                  </a:lnTo>
                  <a:lnTo>
                    <a:pt x="1332336" y="1782841"/>
                  </a:lnTo>
                  <a:lnTo>
                    <a:pt x="1372060" y="1760934"/>
                  </a:lnTo>
                  <a:lnTo>
                    <a:pt x="1410501" y="1737073"/>
                  </a:lnTo>
                  <a:lnTo>
                    <a:pt x="1447590" y="1711325"/>
                  </a:lnTo>
                  <a:lnTo>
                    <a:pt x="1483262" y="1683756"/>
                  </a:lnTo>
                  <a:lnTo>
                    <a:pt x="1517448" y="1654433"/>
                  </a:lnTo>
                  <a:lnTo>
                    <a:pt x="1550082" y="1623425"/>
                  </a:lnTo>
                  <a:lnTo>
                    <a:pt x="1581097" y="1590797"/>
                  </a:lnTo>
                  <a:lnTo>
                    <a:pt x="1610426" y="1556617"/>
                  </a:lnTo>
                  <a:lnTo>
                    <a:pt x="1638001" y="1520952"/>
                  </a:lnTo>
                  <a:lnTo>
                    <a:pt x="1663755" y="1483868"/>
                  </a:lnTo>
                  <a:lnTo>
                    <a:pt x="1687623" y="1445434"/>
                  </a:lnTo>
                  <a:lnTo>
                    <a:pt x="1709535" y="1405715"/>
                  </a:lnTo>
                  <a:lnTo>
                    <a:pt x="1729426" y="1364779"/>
                  </a:lnTo>
                  <a:lnTo>
                    <a:pt x="1747227" y="1322693"/>
                  </a:lnTo>
                  <a:lnTo>
                    <a:pt x="1762873" y="1279525"/>
                  </a:lnTo>
                  <a:lnTo>
                    <a:pt x="1776296" y="1235340"/>
                  </a:lnTo>
                  <a:lnTo>
                    <a:pt x="1787429" y="1190206"/>
                  </a:lnTo>
                  <a:lnTo>
                    <a:pt x="1796205" y="1144190"/>
                  </a:lnTo>
                  <a:lnTo>
                    <a:pt x="1802556" y="1097359"/>
                  </a:lnTo>
                  <a:lnTo>
                    <a:pt x="1806416" y="1049781"/>
                  </a:lnTo>
                  <a:lnTo>
                    <a:pt x="1807718" y="1001522"/>
                  </a:lnTo>
                  <a:lnTo>
                    <a:pt x="1806416" y="953262"/>
                  </a:lnTo>
                  <a:lnTo>
                    <a:pt x="1802556" y="905684"/>
                  </a:lnTo>
                  <a:lnTo>
                    <a:pt x="1796205" y="858853"/>
                  </a:lnTo>
                  <a:lnTo>
                    <a:pt x="1787429" y="812837"/>
                  </a:lnTo>
                  <a:lnTo>
                    <a:pt x="1776296" y="767703"/>
                  </a:lnTo>
                  <a:lnTo>
                    <a:pt x="1762873" y="723519"/>
                  </a:lnTo>
                  <a:lnTo>
                    <a:pt x="1747227" y="680350"/>
                  </a:lnTo>
                  <a:lnTo>
                    <a:pt x="1729426" y="638264"/>
                  </a:lnTo>
                  <a:lnTo>
                    <a:pt x="1709535" y="597328"/>
                  </a:lnTo>
                  <a:lnTo>
                    <a:pt x="1687623" y="557609"/>
                  </a:lnTo>
                  <a:lnTo>
                    <a:pt x="1663755" y="519175"/>
                  </a:lnTo>
                  <a:lnTo>
                    <a:pt x="1638001" y="482092"/>
                  </a:lnTo>
                  <a:lnTo>
                    <a:pt x="1610426" y="446426"/>
                  </a:lnTo>
                  <a:lnTo>
                    <a:pt x="1581097" y="412246"/>
                  </a:lnTo>
                  <a:lnTo>
                    <a:pt x="1550082" y="379618"/>
                  </a:lnTo>
                  <a:lnTo>
                    <a:pt x="1517448" y="348610"/>
                  </a:lnTo>
                  <a:lnTo>
                    <a:pt x="1483262" y="319287"/>
                  </a:lnTo>
                  <a:lnTo>
                    <a:pt x="1447590" y="291719"/>
                  </a:lnTo>
                  <a:lnTo>
                    <a:pt x="1410501" y="265970"/>
                  </a:lnTo>
                  <a:lnTo>
                    <a:pt x="1372060" y="242109"/>
                  </a:lnTo>
                  <a:lnTo>
                    <a:pt x="1332336" y="220202"/>
                  </a:lnTo>
                  <a:lnTo>
                    <a:pt x="1291395" y="200316"/>
                  </a:lnTo>
                  <a:lnTo>
                    <a:pt x="1249305" y="182519"/>
                  </a:lnTo>
                  <a:lnTo>
                    <a:pt x="1206132" y="166878"/>
                  </a:lnTo>
                  <a:lnTo>
                    <a:pt x="1161943" y="153458"/>
                  </a:lnTo>
                  <a:lnTo>
                    <a:pt x="1116806" y="142329"/>
                  </a:lnTo>
                  <a:lnTo>
                    <a:pt x="1070788" y="133556"/>
                  </a:lnTo>
                  <a:lnTo>
                    <a:pt x="1023955" y="127206"/>
                  </a:lnTo>
                  <a:lnTo>
                    <a:pt x="976375" y="123348"/>
                  </a:lnTo>
                  <a:lnTo>
                    <a:pt x="928116" y="122047"/>
                  </a:lnTo>
                  <a:lnTo>
                    <a:pt x="878994" y="123395"/>
                  </a:lnTo>
                  <a:lnTo>
                    <a:pt x="830579" y="127395"/>
                  </a:lnTo>
                  <a:lnTo>
                    <a:pt x="782940" y="133974"/>
                  </a:lnTo>
                  <a:lnTo>
                    <a:pt x="736149" y="143061"/>
                  </a:lnTo>
                  <a:lnTo>
                    <a:pt x="690276" y="154587"/>
                  </a:lnTo>
                  <a:lnTo>
                    <a:pt x="645392" y="168481"/>
                  </a:lnTo>
                  <a:lnTo>
                    <a:pt x="601568" y="184671"/>
                  </a:lnTo>
                  <a:lnTo>
                    <a:pt x="558875" y="203087"/>
                  </a:lnTo>
                  <a:lnTo>
                    <a:pt x="517383" y="223657"/>
                  </a:lnTo>
                  <a:lnTo>
                    <a:pt x="477164" y="246312"/>
                  </a:lnTo>
                  <a:lnTo>
                    <a:pt x="438289" y="270981"/>
                  </a:lnTo>
                  <a:lnTo>
                    <a:pt x="400827" y="297592"/>
                  </a:lnTo>
                  <a:lnTo>
                    <a:pt x="364851" y="326075"/>
                  </a:lnTo>
                  <a:lnTo>
                    <a:pt x="330430" y="356360"/>
                  </a:lnTo>
                  <a:lnTo>
                    <a:pt x="297636" y="388374"/>
                  </a:lnTo>
                  <a:lnTo>
                    <a:pt x="266540" y="422049"/>
                  </a:lnTo>
                  <a:lnTo>
                    <a:pt x="237211" y="457312"/>
                  </a:lnTo>
                  <a:lnTo>
                    <a:pt x="209722" y="494093"/>
                  </a:lnTo>
                  <a:lnTo>
                    <a:pt x="184143" y="532321"/>
                  </a:lnTo>
                  <a:lnTo>
                    <a:pt x="160545" y="571926"/>
                  </a:lnTo>
                  <a:lnTo>
                    <a:pt x="138998" y="612837"/>
                  </a:lnTo>
                  <a:lnTo>
                    <a:pt x="119573" y="654983"/>
                  </a:lnTo>
                  <a:lnTo>
                    <a:pt x="102342" y="698292"/>
                  </a:lnTo>
                  <a:lnTo>
                    <a:pt x="87375" y="742696"/>
                  </a:lnTo>
                  <a:lnTo>
                    <a:pt x="0" y="624459"/>
                  </a:lnTo>
                  <a:lnTo>
                    <a:pt x="18862" y="581035"/>
                  </a:lnTo>
                  <a:lnTo>
                    <a:pt x="39690" y="538706"/>
                  </a:lnTo>
                  <a:lnTo>
                    <a:pt x="62425" y="497530"/>
                  </a:lnTo>
                  <a:lnTo>
                    <a:pt x="87009" y="457565"/>
                  </a:lnTo>
                  <a:lnTo>
                    <a:pt x="113385" y="418868"/>
                  </a:lnTo>
                  <a:lnTo>
                    <a:pt x="141494" y="381496"/>
                  </a:lnTo>
                  <a:lnTo>
                    <a:pt x="171280" y="345508"/>
                  </a:lnTo>
                  <a:lnTo>
                    <a:pt x="202683" y="310961"/>
                  </a:lnTo>
                  <a:lnTo>
                    <a:pt x="235647" y="277913"/>
                  </a:lnTo>
                  <a:lnTo>
                    <a:pt x="270113" y="246421"/>
                  </a:lnTo>
                  <a:lnTo>
                    <a:pt x="306024" y="216543"/>
                  </a:lnTo>
                  <a:lnTo>
                    <a:pt x="343322" y="188337"/>
                  </a:lnTo>
                  <a:lnTo>
                    <a:pt x="381950" y="161860"/>
                  </a:lnTo>
                  <a:lnTo>
                    <a:pt x="421848" y="137170"/>
                  </a:lnTo>
                  <a:lnTo>
                    <a:pt x="462960" y="114324"/>
                  </a:lnTo>
                  <a:lnTo>
                    <a:pt x="505228" y="93380"/>
                  </a:lnTo>
                  <a:lnTo>
                    <a:pt x="548594" y="74397"/>
                  </a:lnTo>
                  <a:lnTo>
                    <a:pt x="593000" y="57431"/>
                  </a:lnTo>
                  <a:lnTo>
                    <a:pt x="638389" y="42540"/>
                  </a:lnTo>
                  <a:lnTo>
                    <a:pt x="684702" y="29782"/>
                  </a:lnTo>
                  <a:lnTo>
                    <a:pt x="731882" y="19214"/>
                  </a:lnTo>
                  <a:lnTo>
                    <a:pt x="779872" y="10894"/>
                  </a:lnTo>
                  <a:lnTo>
                    <a:pt x="828612" y="4880"/>
                  </a:lnTo>
                  <a:lnTo>
                    <a:pt x="878046" y="1229"/>
                  </a:lnTo>
                  <a:lnTo>
                    <a:pt x="928116" y="0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24480" y="2367026"/>
              <a:ext cx="2258568" cy="202069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830195" y="2372741"/>
              <a:ext cx="2252980" cy="2015489"/>
            </a:xfrm>
            <a:custGeom>
              <a:avLst/>
              <a:gdLst/>
              <a:ahLst/>
              <a:cxnLst/>
              <a:rect l="l" t="t" r="r" b="b"/>
              <a:pathLst>
                <a:path w="2252979" h="2015489">
                  <a:moveTo>
                    <a:pt x="1007491" y="0"/>
                  </a:moveTo>
                  <a:lnTo>
                    <a:pt x="1057551" y="1221"/>
                  </a:lnTo>
                  <a:lnTo>
                    <a:pt x="1106979" y="4847"/>
                  </a:lnTo>
                  <a:lnTo>
                    <a:pt x="1155717" y="10821"/>
                  </a:lnTo>
                  <a:lnTo>
                    <a:pt x="1203708" y="19086"/>
                  </a:lnTo>
                  <a:lnTo>
                    <a:pt x="1250895" y="29585"/>
                  </a:lnTo>
                  <a:lnTo>
                    <a:pt x="1297222" y="42261"/>
                  </a:lnTo>
                  <a:lnTo>
                    <a:pt x="1342631" y="57058"/>
                  </a:lnTo>
                  <a:lnTo>
                    <a:pt x="1387066" y="73917"/>
                  </a:lnTo>
                  <a:lnTo>
                    <a:pt x="1430470" y="92783"/>
                  </a:lnTo>
                  <a:lnTo>
                    <a:pt x="1472786" y="113598"/>
                  </a:lnTo>
                  <a:lnTo>
                    <a:pt x="1513957" y="136306"/>
                  </a:lnTo>
                  <a:lnTo>
                    <a:pt x="1553927" y="160849"/>
                  </a:lnTo>
                  <a:lnTo>
                    <a:pt x="1592638" y="187171"/>
                  </a:lnTo>
                  <a:lnTo>
                    <a:pt x="1630033" y="215214"/>
                  </a:lnTo>
                  <a:lnTo>
                    <a:pt x="1666057" y="244922"/>
                  </a:lnTo>
                  <a:lnTo>
                    <a:pt x="1700651" y="276238"/>
                  </a:lnTo>
                  <a:lnTo>
                    <a:pt x="1733758" y="309105"/>
                  </a:lnTo>
                  <a:lnTo>
                    <a:pt x="1765323" y="343465"/>
                  </a:lnTo>
                  <a:lnTo>
                    <a:pt x="1795289" y="379263"/>
                  </a:lnTo>
                  <a:lnTo>
                    <a:pt x="1823597" y="416441"/>
                  </a:lnTo>
                  <a:lnTo>
                    <a:pt x="1850192" y="454942"/>
                  </a:lnTo>
                  <a:lnTo>
                    <a:pt x="1875017" y="494709"/>
                  </a:lnTo>
                  <a:lnTo>
                    <a:pt x="1898015" y="535686"/>
                  </a:lnTo>
                  <a:lnTo>
                    <a:pt x="1898015" y="534543"/>
                  </a:lnTo>
                  <a:lnTo>
                    <a:pt x="2252472" y="1014095"/>
                  </a:lnTo>
                  <a:lnTo>
                    <a:pt x="1898015" y="1493774"/>
                  </a:lnTo>
                  <a:lnTo>
                    <a:pt x="1898015" y="1479423"/>
                  </a:lnTo>
                  <a:lnTo>
                    <a:pt x="1875017" y="1520399"/>
                  </a:lnTo>
                  <a:lnTo>
                    <a:pt x="1850192" y="1560166"/>
                  </a:lnTo>
                  <a:lnTo>
                    <a:pt x="1823597" y="1598667"/>
                  </a:lnTo>
                  <a:lnTo>
                    <a:pt x="1795289" y="1635845"/>
                  </a:lnTo>
                  <a:lnTo>
                    <a:pt x="1765323" y="1671643"/>
                  </a:lnTo>
                  <a:lnTo>
                    <a:pt x="1733758" y="1706003"/>
                  </a:lnTo>
                  <a:lnTo>
                    <a:pt x="1700651" y="1738870"/>
                  </a:lnTo>
                  <a:lnTo>
                    <a:pt x="1666057" y="1770186"/>
                  </a:lnTo>
                  <a:lnTo>
                    <a:pt x="1630033" y="1799894"/>
                  </a:lnTo>
                  <a:lnTo>
                    <a:pt x="1592638" y="1827937"/>
                  </a:lnTo>
                  <a:lnTo>
                    <a:pt x="1553927" y="1854259"/>
                  </a:lnTo>
                  <a:lnTo>
                    <a:pt x="1513957" y="1878802"/>
                  </a:lnTo>
                  <a:lnTo>
                    <a:pt x="1472786" y="1901510"/>
                  </a:lnTo>
                  <a:lnTo>
                    <a:pt x="1430470" y="1922325"/>
                  </a:lnTo>
                  <a:lnTo>
                    <a:pt x="1387066" y="1941191"/>
                  </a:lnTo>
                  <a:lnTo>
                    <a:pt x="1342631" y="1958050"/>
                  </a:lnTo>
                  <a:lnTo>
                    <a:pt x="1297222" y="1972847"/>
                  </a:lnTo>
                  <a:lnTo>
                    <a:pt x="1250895" y="1985523"/>
                  </a:lnTo>
                  <a:lnTo>
                    <a:pt x="1203708" y="1996022"/>
                  </a:lnTo>
                  <a:lnTo>
                    <a:pt x="1155717" y="2004287"/>
                  </a:lnTo>
                  <a:lnTo>
                    <a:pt x="1106979" y="2010261"/>
                  </a:lnTo>
                  <a:lnTo>
                    <a:pt x="1057551" y="2013887"/>
                  </a:lnTo>
                  <a:lnTo>
                    <a:pt x="1007491" y="2015109"/>
                  </a:lnTo>
                  <a:lnTo>
                    <a:pt x="958680" y="2013947"/>
                  </a:lnTo>
                  <a:lnTo>
                    <a:pt x="910468" y="2010496"/>
                  </a:lnTo>
                  <a:lnTo>
                    <a:pt x="862908" y="2004810"/>
                  </a:lnTo>
                  <a:lnTo>
                    <a:pt x="816053" y="1996940"/>
                  </a:lnTo>
                  <a:lnTo>
                    <a:pt x="769956" y="1986941"/>
                  </a:lnTo>
                  <a:lnTo>
                    <a:pt x="724669" y="1974864"/>
                  </a:lnTo>
                  <a:lnTo>
                    <a:pt x="680246" y="1960762"/>
                  </a:lnTo>
                  <a:lnTo>
                    <a:pt x="636738" y="1944688"/>
                  </a:lnTo>
                  <a:lnTo>
                    <a:pt x="594199" y="1926695"/>
                  </a:lnTo>
                  <a:lnTo>
                    <a:pt x="552682" y="1906835"/>
                  </a:lnTo>
                  <a:lnTo>
                    <a:pt x="512239" y="1885162"/>
                  </a:lnTo>
                  <a:lnTo>
                    <a:pt x="472923" y="1861728"/>
                  </a:lnTo>
                  <a:lnTo>
                    <a:pt x="434788" y="1836586"/>
                  </a:lnTo>
                  <a:lnTo>
                    <a:pt x="397885" y="1809789"/>
                  </a:lnTo>
                  <a:lnTo>
                    <a:pt x="362267" y="1781389"/>
                  </a:lnTo>
                  <a:lnTo>
                    <a:pt x="327988" y="1751439"/>
                  </a:lnTo>
                  <a:lnTo>
                    <a:pt x="295100" y="1719992"/>
                  </a:lnTo>
                  <a:lnTo>
                    <a:pt x="263656" y="1687101"/>
                  </a:lnTo>
                  <a:lnTo>
                    <a:pt x="233708" y="1652819"/>
                  </a:lnTo>
                  <a:lnTo>
                    <a:pt x="205310" y="1617198"/>
                  </a:lnTo>
                  <a:lnTo>
                    <a:pt x="178515" y="1580290"/>
                  </a:lnTo>
                  <a:lnTo>
                    <a:pt x="153374" y="1542150"/>
                  </a:lnTo>
                  <a:lnTo>
                    <a:pt x="129941" y="1502830"/>
                  </a:lnTo>
                  <a:lnTo>
                    <a:pt x="108269" y="1462381"/>
                  </a:lnTo>
                  <a:lnTo>
                    <a:pt x="88411" y="1420858"/>
                  </a:lnTo>
                  <a:lnTo>
                    <a:pt x="70418" y="1378313"/>
                  </a:lnTo>
                  <a:lnTo>
                    <a:pt x="54345" y="1334799"/>
                  </a:lnTo>
                  <a:lnTo>
                    <a:pt x="40244" y="1290368"/>
                  </a:lnTo>
                  <a:lnTo>
                    <a:pt x="28167" y="1245073"/>
                  </a:lnTo>
                  <a:lnTo>
                    <a:pt x="18167" y="1198967"/>
                  </a:lnTo>
                  <a:lnTo>
                    <a:pt x="10298" y="1152104"/>
                  </a:lnTo>
                  <a:lnTo>
                    <a:pt x="4612" y="1104534"/>
                  </a:lnTo>
                  <a:lnTo>
                    <a:pt x="1161" y="1056312"/>
                  </a:lnTo>
                  <a:lnTo>
                    <a:pt x="0" y="1007491"/>
                  </a:lnTo>
                  <a:lnTo>
                    <a:pt x="1161" y="958680"/>
                  </a:lnTo>
                  <a:lnTo>
                    <a:pt x="4612" y="910468"/>
                  </a:lnTo>
                  <a:lnTo>
                    <a:pt x="10298" y="862908"/>
                  </a:lnTo>
                  <a:lnTo>
                    <a:pt x="18167" y="816053"/>
                  </a:lnTo>
                  <a:lnTo>
                    <a:pt x="28167" y="769956"/>
                  </a:lnTo>
                  <a:lnTo>
                    <a:pt x="40244" y="724669"/>
                  </a:lnTo>
                  <a:lnTo>
                    <a:pt x="54345" y="680246"/>
                  </a:lnTo>
                  <a:lnTo>
                    <a:pt x="70418" y="636738"/>
                  </a:lnTo>
                  <a:lnTo>
                    <a:pt x="88411" y="594199"/>
                  </a:lnTo>
                  <a:lnTo>
                    <a:pt x="108269" y="552682"/>
                  </a:lnTo>
                  <a:lnTo>
                    <a:pt x="129941" y="512239"/>
                  </a:lnTo>
                  <a:lnTo>
                    <a:pt x="153374" y="472923"/>
                  </a:lnTo>
                  <a:lnTo>
                    <a:pt x="178515" y="434788"/>
                  </a:lnTo>
                  <a:lnTo>
                    <a:pt x="205310" y="397885"/>
                  </a:lnTo>
                  <a:lnTo>
                    <a:pt x="233708" y="362267"/>
                  </a:lnTo>
                  <a:lnTo>
                    <a:pt x="263656" y="327988"/>
                  </a:lnTo>
                  <a:lnTo>
                    <a:pt x="295100" y="295100"/>
                  </a:lnTo>
                  <a:lnTo>
                    <a:pt x="327988" y="263656"/>
                  </a:lnTo>
                  <a:lnTo>
                    <a:pt x="362267" y="233708"/>
                  </a:lnTo>
                  <a:lnTo>
                    <a:pt x="397885" y="205310"/>
                  </a:lnTo>
                  <a:lnTo>
                    <a:pt x="434788" y="178515"/>
                  </a:lnTo>
                  <a:lnTo>
                    <a:pt x="472923" y="153374"/>
                  </a:lnTo>
                  <a:lnTo>
                    <a:pt x="512239" y="129941"/>
                  </a:lnTo>
                  <a:lnTo>
                    <a:pt x="552682" y="108269"/>
                  </a:lnTo>
                  <a:lnTo>
                    <a:pt x="594199" y="88411"/>
                  </a:lnTo>
                  <a:lnTo>
                    <a:pt x="636738" y="70418"/>
                  </a:lnTo>
                  <a:lnTo>
                    <a:pt x="680246" y="54345"/>
                  </a:lnTo>
                  <a:lnTo>
                    <a:pt x="724669" y="40244"/>
                  </a:lnTo>
                  <a:lnTo>
                    <a:pt x="769956" y="28167"/>
                  </a:lnTo>
                  <a:lnTo>
                    <a:pt x="816053" y="18167"/>
                  </a:lnTo>
                  <a:lnTo>
                    <a:pt x="862908" y="10298"/>
                  </a:lnTo>
                  <a:lnTo>
                    <a:pt x="910468" y="4612"/>
                  </a:lnTo>
                  <a:lnTo>
                    <a:pt x="958680" y="1161"/>
                  </a:lnTo>
                  <a:lnTo>
                    <a:pt x="1007491" y="0"/>
                  </a:lnTo>
                  <a:close/>
                </a:path>
                <a:path w="2252979" h="2015489">
                  <a:moveTo>
                    <a:pt x="1007491" y="122809"/>
                  </a:moveTo>
                  <a:lnTo>
                    <a:pt x="958953" y="124118"/>
                  </a:lnTo>
                  <a:lnTo>
                    <a:pt x="911098" y="128000"/>
                  </a:lnTo>
                  <a:lnTo>
                    <a:pt x="863994" y="134388"/>
                  </a:lnTo>
                  <a:lnTo>
                    <a:pt x="817707" y="143215"/>
                  </a:lnTo>
                  <a:lnTo>
                    <a:pt x="772307" y="154412"/>
                  </a:lnTo>
                  <a:lnTo>
                    <a:pt x="727860" y="167913"/>
                  </a:lnTo>
                  <a:lnTo>
                    <a:pt x="684433" y="183649"/>
                  </a:lnTo>
                  <a:lnTo>
                    <a:pt x="642095" y="201554"/>
                  </a:lnTo>
                  <a:lnTo>
                    <a:pt x="600913" y="221560"/>
                  </a:lnTo>
                  <a:lnTo>
                    <a:pt x="560954" y="243600"/>
                  </a:lnTo>
                  <a:lnTo>
                    <a:pt x="522286" y="267605"/>
                  </a:lnTo>
                  <a:lnTo>
                    <a:pt x="484976" y="293509"/>
                  </a:lnTo>
                  <a:lnTo>
                    <a:pt x="449092" y="321243"/>
                  </a:lnTo>
                  <a:lnTo>
                    <a:pt x="414702" y="350742"/>
                  </a:lnTo>
                  <a:lnTo>
                    <a:pt x="381873" y="381936"/>
                  </a:lnTo>
                  <a:lnTo>
                    <a:pt x="350672" y="414759"/>
                  </a:lnTo>
                  <a:lnTo>
                    <a:pt x="321167" y="449143"/>
                  </a:lnTo>
                  <a:lnTo>
                    <a:pt x="293426" y="485021"/>
                  </a:lnTo>
                  <a:lnTo>
                    <a:pt x="267517" y="522324"/>
                  </a:lnTo>
                  <a:lnTo>
                    <a:pt x="243506" y="560987"/>
                  </a:lnTo>
                  <a:lnTo>
                    <a:pt x="221461" y="600940"/>
                  </a:lnTo>
                  <a:lnTo>
                    <a:pt x="201450" y="642117"/>
                  </a:lnTo>
                  <a:lnTo>
                    <a:pt x="183540" y="684451"/>
                  </a:lnTo>
                  <a:lnTo>
                    <a:pt x="167799" y="727873"/>
                  </a:lnTo>
                  <a:lnTo>
                    <a:pt x="154295" y="772316"/>
                  </a:lnTo>
                  <a:lnTo>
                    <a:pt x="143094" y="817714"/>
                  </a:lnTo>
                  <a:lnTo>
                    <a:pt x="134265" y="863997"/>
                  </a:lnTo>
                  <a:lnTo>
                    <a:pt x="127875" y="911099"/>
                  </a:lnTo>
                  <a:lnTo>
                    <a:pt x="123991" y="958953"/>
                  </a:lnTo>
                  <a:lnTo>
                    <a:pt x="122681" y="1007491"/>
                  </a:lnTo>
                  <a:lnTo>
                    <a:pt x="123991" y="1056040"/>
                  </a:lnTo>
                  <a:lnTo>
                    <a:pt x="127875" y="1103905"/>
                  </a:lnTo>
                  <a:lnTo>
                    <a:pt x="134265" y="1151018"/>
                  </a:lnTo>
                  <a:lnTo>
                    <a:pt x="143094" y="1197312"/>
                  </a:lnTo>
                  <a:lnTo>
                    <a:pt x="154295" y="1242718"/>
                  </a:lnTo>
                  <a:lnTo>
                    <a:pt x="167799" y="1287170"/>
                  </a:lnTo>
                  <a:lnTo>
                    <a:pt x="183540" y="1330600"/>
                  </a:lnTo>
                  <a:lnTo>
                    <a:pt x="201450" y="1372940"/>
                  </a:lnTo>
                  <a:lnTo>
                    <a:pt x="221461" y="1414124"/>
                  </a:lnTo>
                  <a:lnTo>
                    <a:pt x="243506" y="1454084"/>
                  </a:lnTo>
                  <a:lnTo>
                    <a:pt x="267517" y="1492751"/>
                  </a:lnTo>
                  <a:lnTo>
                    <a:pt x="293426" y="1530060"/>
                  </a:lnTo>
                  <a:lnTo>
                    <a:pt x="321167" y="1565942"/>
                  </a:lnTo>
                  <a:lnTo>
                    <a:pt x="350672" y="1600330"/>
                  </a:lnTo>
                  <a:lnTo>
                    <a:pt x="381873" y="1633156"/>
                  </a:lnTo>
                  <a:lnTo>
                    <a:pt x="414702" y="1664353"/>
                  </a:lnTo>
                  <a:lnTo>
                    <a:pt x="449092" y="1693854"/>
                  </a:lnTo>
                  <a:lnTo>
                    <a:pt x="484976" y="1721591"/>
                  </a:lnTo>
                  <a:lnTo>
                    <a:pt x="522286" y="1747497"/>
                  </a:lnTo>
                  <a:lnTo>
                    <a:pt x="560954" y="1771504"/>
                  </a:lnTo>
                  <a:lnTo>
                    <a:pt x="600913" y="1793544"/>
                  </a:lnTo>
                  <a:lnTo>
                    <a:pt x="642095" y="1813551"/>
                  </a:lnTo>
                  <a:lnTo>
                    <a:pt x="684433" y="1831457"/>
                  </a:lnTo>
                  <a:lnTo>
                    <a:pt x="727860" y="1847194"/>
                  </a:lnTo>
                  <a:lnTo>
                    <a:pt x="772307" y="1860695"/>
                  </a:lnTo>
                  <a:lnTo>
                    <a:pt x="817707" y="1871893"/>
                  </a:lnTo>
                  <a:lnTo>
                    <a:pt x="863994" y="1880720"/>
                  </a:lnTo>
                  <a:lnTo>
                    <a:pt x="911098" y="1887108"/>
                  </a:lnTo>
                  <a:lnTo>
                    <a:pt x="958953" y="1890990"/>
                  </a:lnTo>
                  <a:lnTo>
                    <a:pt x="1007491" y="1892300"/>
                  </a:lnTo>
                  <a:lnTo>
                    <a:pt x="1056041" y="1890990"/>
                  </a:lnTo>
                  <a:lnTo>
                    <a:pt x="1103907" y="1887108"/>
                  </a:lnTo>
                  <a:lnTo>
                    <a:pt x="1151022" y="1880720"/>
                  </a:lnTo>
                  <a:lnTo>
                    <a:pt x="1197318" y="1871893"/>
                  </a:lnTo>
                  <a:lnTo>
                    <a:pt x="1242727" y="1860695"/>
                  </a:lnTo>
                  <a:lnTo>
                    <a:pt x="1287183" y="1847194"/>
                  </a:lnTo>
                  <a:lnTo>
                    <a:pt x="1330617" y="1831457"/>
                  </a:lnTo>
                  <a:lnTo>
                    <a:pt x="1372963" y="1813551"/>
                  </a:lnTo>
                  <a:lnTo>
                    <a:pt x="1414152" y="1793544"/>
                  </a:lnTo>
                  <a:lnTo>
                    <a:pt x="1454117" y="1771504"/>
                  </a:lnTo>
                  <a:lnTo>
                    <a:pt x="1492790" y="1747497"/>
                  </a:lnTo>
                  <a:lnTo>
                    <a:pt x="1530105" y="1721591"/>
                  </a:lnTo>
                  <a:lnTo>
                    <a:pt x="1565993" y="1693854"/>
                  </a:lnTo>
                  <a:lnTo>
                    <a:pt x="1600387" y="1664353"/>
                  </a:lnTo>
                  <a:lnTo>
                    <a:pt x="1633220" y="1633156"/>
                  </a:lnTo>
                  <a:lnTo>
                    <a:pt x="1664423" y="1600330"/>
                  </a:lnTo>
                  <a:lnTo>
                    <a:pt x="1693930" y="1565942"/>
                  </a:lnTo>
                  <a:lnTo>
                    <a:pt x="1721673" y="1530060"/>
                  </a:lnTo>
                  <a:lnTo>
                    <a:pt x="1747585" y="1492751"/>
                  </a:lnTo>
                  <a:lnTo>
                    <a:pt x="1771598" y="1454084"/>
                  </a:lnTo>
                  <a:lnTo>
                    <a:pt x="1793644" y="1414124"/>
                  </a:lnTo>
                  <a:lnTo>
                    <a:pt x="1813656" y="1372940"/>
                  </a:lnTo>
                  <a:lnTo>
                    <a:pt x="1831566" y="1330600"/>
                  </a:lnTo>
                  <a:lnTo>
                    <a:pt x="1847308" y="1287170"/>
                  </a:lnTo>
                  <a:lnTo>
                    <a:pt x="1860813" y="1242718"/>
                  </a:lnTo>
                  <a:lnTo>
                    <a:pt x="1872014" y="1197312"/>
                  </a:lnTo>
                  <a:lnTo>
                    <a:pt x="1880843" y="1151018"/>
                  </a:lnTo>
                  <a:lnTo>
                    <a:pt x="1887233" y="1103905"/>
                  </a:lnTo>
                  <a:lnTo>
                    <a:pt x="1891117" y="1056040"/>
                  </a:lnTo>
                  <a:lnTo>
                    <a:pt x="1892427" y="1007491"/>
                  </a:lnTo>
                  <a:lnTo>
                    <a:pt x="1891117" y="958953"/>
                  </a:lnTo>
                  <a:lnTo>
                    <a:pt x="1887233" y="911099"/>
                  </a:lnTo>
                  <a:lnTo>
                    <a:pt x="1880843" y="863997"/>
                  </a:lnTo>
                  <a:lnTo>
                    <a:pt x="1872014" y="817714"/>
                  </a:lnTo>
                  <a:lnTo>
                    <a:pt x="1860813" y="772316"/>
                  </a:lnTo>
                  <a:lnTo>
                    <a:pt x="1847308" y="727873"/>
                  </a:lnTo>
                  <a:lnTo>
                    <a:pt x="1831566" y="684451"/>
                  </a:lnTo>
                  <a:lnTo>
                    <a:pt x="1813656" y="642117"/>
                  </a:lnTo>
                  <a:lnTo>
                    <a:pt x="1793644" y="600940"/>
                  </a:lnTo>
                  <a:lnTo>
                    <a:pt x="1771598" y="560987"/>
                  </a:lnTo>
                  <a:lnTo>
                    <a:pt x="1747585" y="522324"/>
                  </a:lnTo>
                  <a:lnTo>
                    <a:pt x="1721673" y="485021"/>
                  </a:lnTo>
                  <a:lnTo>
                    <a:pt x="1693930" y="449143"/>
                  </a:lnTo>
                  <a:lnTo>
                    <a:pt x="1664423" y="414759"/>
                  </a:lnTo>
                  <a:lnTo>
                    <a:pt x="1633220" y="381936"/>
                  </a:lnTo>
                  <a:lnTo>
                    <a:pt x="1600387" y="350742"/>
                  </a:lnTo>
                  <a:lnTo>
                    <a:pt x="1565993" y="321243"/>
                  </a:lnTo>
                  <a:lnTo>
                    <a:pt x="1530105" y="293509"/>
                  </a:lnTo>
                  <a:lnTo>
                    <a:pt x="1492790" y="267605"/>
                  </a:lnTo>
                  <a:lnTo>
                    <a:pt x="1454117" y="243600"/>
                  </a:lnTo>
                  <a:lnTo>
                    <a:pt x="1414152" y="221560"/>
                  </a:lnTo>
                  <a:lnTo>
                    <a:pt x="1372963" y="201554"/>
                  </a:lnTo>
                  <a:lnTo>
                    <a:pt x="1330617" y="183649"/>
                  </a:lnTo>
                  <a:lnTo>
                    <a:pt x="1287183" y="167913"/>
                  </a:lnTo>
                  <a:lnTo>
                    <a:pt x="1242727" y="154412"/>
                  </a:lnTo>
                  <a:lnTo>
                    <a:pt x="1197318" y="143215"/>
                  </a:lnTo>
                  <a:lnTo>
                    <a:pt x="1151022" y="134388"/>
                  </a:lnTo>
                  <a:lnTo>
                    <a:pt x="1103907" y="128000"/>
                  </a:lnTo>
                  <a:lnTo>
                    <a:pt x="1056041" y="124118"/>
                  </a:lnTo>
                  <a:lnTo>
                    <a:pt x="1007491" y="122809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40194" y="3119603"/>
              <a:ext cx="534210" cy="531543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283577" y="5047996"/>
            <a:ext cx="706501" cy="157480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5522214" y="3161919"/>
            <a:ext cx="5080" cy="34290"/>
          </a:xfrm>
          <a:custGeom>
            <a:avLst/>
            <a:gdLst/>
            <a:ahLst/>
            <a:cxnLst/>
            <a:rect l="l" t="t" r="r" b="b"/>
            <a:pathLst>
              <a:path w="5079" h="34289">
                <a:moveTo>
                  <a:pt x="4952" y="0"/>
                </a:moveTo>
                <a:lnTo>
                  <a:pt x="2412" y="6603"/>
                </a:lnTo>
                <a:lnTo>
                  <a:pt x="508" y="15112"/>
                </a:lnTo>
                <a:lnTo>
                  <a:pt x="0" y="20700"/>
                </a:lnTo>
                <a:lnTo>
                  <a:pt x="0" y="34289"/>
                </a:lnTo>
              </a:path>
            </a:pathLst>
          </a:custGeom>
          <a:ln w="22641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67272" y="3207385"/>
            <a:ext cx="22225" cy="104139"/>
          </a:xfrm>
          <a:custGeom>
            <a:avLst/>
            <a:gdLst/>
            <a:ahLst/>
            <a:cxnLst/>
            <a:rect l="l" t="t" r="r" b="b"/>
            <a:pathLst>
              <a:path w="22225" h="104139">
                <a:moveTo>
                  <a:pt x="10160" y="0"/>
                </a:moveTo>
                <a:lnTo>
                  <a:pt x="21732" y="49393"/>
                </a:lnTo>
                <a:lnTo>
                  <a:pt x="21589" y="84962"/>
                </a:lnTo>
                <a:lnTo>
                  <a:pt x="6985" y="102869"/>
                </a:lnTo>
                <a:lnTo>
                  <a:pt x="0" y="103886"/>
                </a:lnTo>
              </a:path>
            </a:pathLst>
          </a:custGeom>
          <a:ln w="22641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80900" y="3208401"/>
            <a:ext cx="28575" cy="102870"/>
          </a:xfrm>
          <a:custGeom>
            <a:avLst/>
            <a:gdLst/>
            <a:ahLst/>
            <a:cxnLst/>
            <a:rect l="l" t="t" r="r" b="b"/>
            <a:pathLst>
              <a:path w="28575" h="102870">
                <a:moveTo>
                  <a:pt x="28182" y="102870"/>
                </a:moveTo>
                <a:lnTo>
                  <a:pt x="5703" y="96138"/>
                </a:lnTo>
                <a:lnTo>
                  <a:pt x="1766" y="92328"/>
                </a:lnTo>
              </a:path>
              <a:path w="28575" h="102870">
                <a:moveTo>
                  <a:pt x="9767" y="0"/>
                </a:moveTo>
                <a:lnTo>
                  <a:pt x="19" y="47593"/>
                </a:lnTo>
                <a:lnTo>
                  <a:pt x="0" y="71076"/>
                </a:lnTo>
                <a:lnTo>
                  <a:pt x="242" y="84582"/>
                </a:lnTo>
                <a:lnTo>
                  <a:pt x="1766" y="92328"/>
                </a:lnTo>
              </a:path>
            </a:pathLst>
          </a:custGeom>
          <a:ln w="22641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760067" y="3492609"/>
            <a:ext cx="199552" cy="15980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597126" y="3492609"/>
            <a:ext cx="112938" cy="112938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5590666" y="3207385"/>
            <a:ext cx="287020" cy="1270"/>
          </a:xfrm>
          <a:custGeom>
            <a:avLst/>
            <a:gdLst/>
            <a:ahLst/>
            <a:cxnLst/>
            <a:rect l="l" t="t" r="r" b="b"/>
            <a:pathLst>
              <a:path w="287020" h="1269">
                <a:moveTo>
                  <a:pt x="286766" y="0"/>
                </a:moveTo>
                <a:lnTo>
                  <a:pt x="0" y="1015"/>
                </a:lnTo>
              </a:path>
            </a:pathLst>
          </a:custGeom>
          <a:ln w="22641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22214" y="3196208"/>
            <a:ext cx="0" cy="389890"/>
          </a:xfrm>
          <a:custGeom>
            <a:avLst/>
            <a:gdLst/>
            <a:ahLst/>
            <a:cxnLst/>
            <a:rect l="l" t="t" r="r" b="b"/>
            <a:pathLst>
              <a:path h="389889">
                <a:moveTo>
                  <a:pt x="0" y="0"/>
                </a:moveTo>
                <a:lnTo>
                  <a:pt x="0" y="389763"/>
                </a:lnTo>
              </a:path>
            </a:pathLst>
          </a:custGeom>
          <a:ln w="22641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5597126" y="3299950"/>
            <a:ext cx="276225" cy="169545"/>
            <a:chOff x="5597126" y="3299950"/>
            <a:chExt cx="276225" cy="169545"/>
          </a:xfrm>
        </p:grpSpPr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59686" y="3355830"/>
              <a:ext cx="113446" cy="11331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609081" y="3311270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190" y="0"/>
                  </a:moveTo>
                  <a:lnTo>
                    <a:pt x="0" y="0"/>
                  </a:lnTo>
                </a:path>
              </a:pathLst>
            </a:custGeom>
            <a:ln w="22641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97126" y="3356084"/>
              <a:ext cx="113065" cy="112938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5511020" y="3574651"/>
            <a:ext cx="379730" cy="78105"/>
            <a:chOff x="5511020" y="3574651"/>
            <a:chExt cx="379730" cy="78105"/>
          </a:xfrm>
        </p:grpSpPr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11020" y="3574651"/>
              <a:ext cx="83474" cy="7788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583173" y="3640962"/>
              <a:ext cx="307340" cy="635"/>
            </a:xfrm>
            <a:custGeom>
              <a:avLst/>
              <a:gdLst/>
              <a:ahLst/>
              <a:cxnLst/>
              <a:rect l="l" t="t" r="r" b="b"/>
              <a:pathLst>
                <a:path w="307339" h="635">
                  <a:moveTo>
                    <a:pt x="0" y="0"/>
                  </a:moveTo>
                  <a:lnTo>
                    <a:pt x="306959" y="126"/>
                  </a:lnTo>
                </a:path>
              </a:pathLst>
            </a:custGeom>
            <a:ln w="22641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5515846" y="3118213"/>
            <a:ext cx="444500" cy="447675"/>
            <a:chOff x="5515846" y="3118213"/>
            <a:chExt cx="444500" cy="447675"/>
          </a:xfrm>
        </p:grpSpPr>
        <p:sp>
          <p:nvSpPr>
            <p:cNvPr id="57" name="object 57"/>
            <p:cNvSpPr/>
            <p:nvPr/>
          </p:nvSpPr>
          <p:spPr>
            <a:xfrm>
              <a:off x="5948299" y="3187191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h="378460">
                  <a:moveTo>
                    <a:pt x="0" y="378333"/>
                  </a:moveTo>
                  <a:lnTo>
                    <a:pt x="0" y="0"/>
                  </a:lnTo>
                </a:path>
              </a:pathLst>
            </a:custGeom>
            <a:ln w="22641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869922" y="3118213"/>
              <a:ext cx="89951" cy="8029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527167" y="3129914"/>
              <a:ext cx="354330" cy="32384"/>
            </a:xfrm>
            <a:custGeom>
              <a:avLst/>
              <a:gdLst/>
              <a:ahLst/>
              <a:cxnLst/>
              <a:rect l="l" t="t" r="r" b="b"/>
              <a:pathLst>
                <a:path w="354329" h="32385">
                  <a:moveTo>
                    <a:pt x="353949" y="126"/>
                  </a:moveTo>
                  <a:lnTo>
                    <a:pt x="50292" y="126"/>
                  </a:lnTo>
                </a:path>
                <a:path w="354329" h="32385">
                  <a:moveTo>
                    <a:pt x="50292" y="126"/>
                  </a:moveTo>
                  <a:lnTo>
                    <a:pt x="44958" y="0"/>
                  </a:lnTo>
                  <a:lnTo>
                    <a:pt x="39750" y="635"/>
                  </a:lnTo>
                  <a:lnTo>
                    <a:pt x="34671" y="2032"/>
                  </a:lnTo>
                  <a:lnTo>
                    <a:pt x="29591" y="3429"/>
                  </a:lnTo>
                  <a:lnTo>
                    <a:pt x="2159" y="27177"/>
                  </a:lnTo>
                  <a:lnTo>
                    <a:pt x="0" y="32004"/>
                  </a:lnTo>
                </a:path>
              </a:pathLst>
            </a:custGeom>
            <a:ln w="22641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object 6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286247" y="5047615"/>
            <a:ext cx="976629" cy="15786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832514" y="3370938"/>
            <a:ext cx="284085" cy="28147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589632" y="3556993"/>
            <a:ext cx="78022" cy="9542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934310" y="3118716"/>
            <a:ext cx="75228" cy="93770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3656329" y="3640963"/>
            <a:ext cx="448945" cy="635"/>
          </a:xfrm>
          <a:custGeom>
            <a:avLst/>
            <a:gdLst/>
            <a:ahLst/>
            <a:cxnLst/>
            <a:rect l="l" t="t" r="r" b="b"/>
            <a:pathLst>
              <a:path w="448945" h="635">
                <a:moveTo>
                  <a:pt x="448945" y="0"/>
                </a:moveTo>
                <a:lnTo>
                  <a:pt x="180721" y="126"/>
                </a:lnTo>
              </a:path>
              <a:path w="448945" h="635">
                <a:moveTo>
                  <a:pt x="180721" y="126"/>
                </a:moveTo>
                <a:lnTo>
                  <a:pt x="0" y="126"/>
                </a:lnTo>
              </a:path>
            </a:pathLst>
          </a:custGeom>
          <a:ln w="22650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667633" y="3216275"/>
            <a:ext cx="189230" cy="635"/>
          </a:xfrm>
          <a:custGeom>
            <a:avLst/>
            <a:gdLst/>
            <a:ahLst/>
            <a:cxnLst/>
            <a:rect l="l" t="t" r="r" b="b"/>
            <a:pathLst>
              <a:path w="189229" h="635">
                <a:moveTo>
                  <a:pt x="0" y="253"/>
                </a:moveTo>
                <a:lnTo>
                  <a:pt x="188849" y="0"/>
                </a:lnTo>
              </a:path>
            </a:pathLst>
          </a:custGeom>
          <a:ln w="22650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66871" y="3292602"/>
            <a:ext cx="262890" cy="66675"/>
          </a:xfrm>
          <a:custGeom>
            <a:avLst/>
            <a:gdLst/>
            <a:ahLst/>
            <a:cxnLst/>
            <a:rect l="l" t="t" r="r" b="b"/>
            <a:pathLst>
              <a:path w="262889" h="66675">
                <a:moveTo>
                  <a:pt x="1142" y="253"/>
                </a:moveTo>
                <a:lnTo>
                  <a:pt x="262636" y="0"/>
                </a:lnTo>
              </a:path>
              <a:path w="262889" h="66675">
                <a:moveTo>
                  <a:pt x="0" y="66421"/>
                </a:moveTo>
                <a:lnTo>
                  <a:pt x="211836" y="66039"/>
                </a:lnTo>
              </a:path>
            </a:pathLst>
          </a:custGeom>
          <a:ln w="22650">
            <a:solidFill>
              <a:srgbClr val="EBEC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3589632" y="3118335"/>
            <a:ext cx="420370" cy="461645"/>
            <a:chOff x="3589632" y="3118335"/>
            <a:chExt cx="420370" cy="461645"/>
          </a:xfrm>
        </p:grpSpPr>
        <p:sp>
          <p:nvSpPr>
            <p:cNvPr id="68" name="object 68"/>
            <p:cNvSpPr/>
            <p:nvPr/>
          </p:nvSpPr>
          <p:spPr>
            <a:xfrm>
              <a:off x="3600958" y="3181477"/>
              <a:ext cx="213995" cy="387350"/>
            </a:xfrm>
            <a:custGeom>
              <a:avLst/>
              <a:gdLst/>
              <a:ahLst/>
              <a:cxnLst/>
              <a:rect l="l" t="t" r="r" b="b"/>
              <a:pathLst>
                <a:path w="213995" h="387350">
                  <a:moveTo>
                    <a:pt x="66675" y="247650"/>
                  </a:moveTo>
                  <a:lnTo>
                    <a:pt x="213613" y="247396"/>
                  </a:lnTo>
                </a:path>
                <a:path w="213995" h="387350">
                  <a:moveTo>
                    <a:pt x="0" y="386842"/>
                  </a:moveTo>
                  <a:lnTo>
                    <a:pt x="507" y="0"/>
                  </a:lnTo>
                </a:path>
              </a:pathLst>
            </a:custGeom>
            <a:ln w="2265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589886" y="3118335"/>
              <a:ext cx="84626" cy="7446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663442" y="3130042"/>
              <a:ext cx="335280" cy="256540"/>
            </a:xfrm>
            <a:custGeom>
              <a:avLst/>
              <a:gdLst/>
              <a:ahLst/>
              <a:cxnLst/>
              <a:rect l="l" t="t" r="r" b="b"/>
              <a:pathLst>
                <a:path w="335279" h="256539">
                  <a:moveTo>
                    <a:pt x="0" y="0"/>
                  </a:moveTo>
                  <a:lnTo>
                    <a:pt x="282194" y="0"/>
                  </a:lnTo>
                </a:path>
                <a:path w="335279" h="256539">
                  <a:moveTo>
                    <a:pt x="334772" y="71120"/>
                  </a:moveTo>
                  <a:lnTo>
                    <a:pt x="334772" y="256032"/>
                  </a:lnTo>
                </a:path>
              </a:pathLst>
            </a:custGeom>
            <a:ln w="22650">
              <a:solidFill>
                <a:srgbClr val="EBEC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1" name="object 7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232276" y="5047996"/>
            <a:ext cx="1253744" cy="157480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616648" y="6063500"/>
            <a:ext cx="378460" cy="110489"/>
          </a:xfrm>
          <a:custGeom>
            <a:avLst/>
            <a:gdLst/>
            <a:ahLst/>
            <a:cxnLst/>
            <a:rect l="l" t="t" r="r" b="b"/>
            <a:pathLst>
              <a:path w="378459" h="110489">
                <a:moveTo>
                  <a:pt x="61709" y="0"/>
                </a:moveTo>
                <a:lnTo>
                  <a:pt x="4224" y="0"/>
                </a:lnTo>
                <a:lnTo>
                  <a:pt x="3225" y="317"/>
                </a:lnTo>
                <a:lnTo>
                  <a:pt x="647" y="2057"/>
                </a:lnTo>
                <a:lnTo>
                  <a:pt x="0" y="3594"/>
                </a:lnTo>
                <a:lnTo>
                  <a:pt x="126" y="107289"/>
                </a:lnTo>
                <a:lnTo>
                  <a:pt x="5308" y="109131"/>
                </a:lnTo>
                <a:lnTo>
                  <a:pt x="11061" y="109131"/>
                </a:lnTo>
                <a:lnTo>
                  <a:pt x="16205" y="61188"/>
                </a:lnTo>
                <a:lnTo>
                  <a:pt x="59054" y="61188"/>
                </a:lnTo>
                <a:lnTo>
                  <a:pt x="60070" y="60553"/>
                </a:lnTo>
                <a:lnTo>
                  <a:pt x="60439" y="60197"/>
                </a:lnTo>
                <a:lnTo>
                  <a:pt x="61061" y="59245"/>
                </a:lnTo>
                <a:lnTo>
                  <a:pt x="61290" y="58623"/>
                </a:lnTo>
                <a:lnTo>
                  <a:pt x="61290" y="51473"/>
                </a:lnTo>
                <a:lnTo>
                  <a:pt x="61061" y="50876"/>
                </a:lnTo>
                <a:lnTo>
                  <a:pt x="60439" y="49974"/>
                </a:lnTo>
                <a:lnTo>
                  <a:pt x="60070" y="49656"/>
                </a:lnTo>
                <a:lnTo>
                  <a:pt x="59258" y="49263"/>
                </a:lnTo>
                <a:lnTo>
                  <a:pt x="16205" y="49263"/>
                </a:lnTo>
                <a:lnTo>
                  <a:pt x="16205" y="12166"/>
                </a:lnTo>
                <a:lnTo>
                  <a:pt x="61500" y="12166"/>
                </a:lnTo>
                <a:lnTo>
                  <a:pt x="62522" y="11607"/>
                </a:lnTo>
                <a:lnTo>
                  <a:pt x="62890" y="11252"/>
                </a:lnTo>
                <a:lnTo>
                  <a:pt x="63512" y="10299"/>
                </a:lnTo>
                <a:lnTo>
                  <a:pt x="63728" y="9677"/>
                </a:lnTo>
                <a:lnTo>
                  <a:pt x="63982" y="8102"/>
                </a:lnTo>
                <a:lnTo>
                  <a:pt x="63903" y="3594"/>
                </a:lnTo>
                <a:lnTo>
                  <a:pt x="63728" y="2476"/>
                </a:lnTo>
                <a:lnTo>
                  <a:pt x="63588" y="2057"/>
                </a:lnTo>
                <a:lnTo>
                  <a:pt x="63512" y="1828"/>
                </a:lnTo>
                <a:lnTo>
                  <a:pt x="62890" y="812"/>
                </a:lnTo>
                <a:lnTo>
                  <a:pt x="62522" y="444"/>
                </a:lnTo>
                <a:lnTo>
                  <a:pt x="61709" y="0"/>
                </a:lnTo>
                <a:close/>
              </a:path>
              <a:path w="378459" h="110489">
                <a:moveTo>
                  <a:pt x="98880" y="28765"/>
                </a:moveTo>
                <a:lnTo>
                  <a:pt x="88412" y="28765"/>
                </a:lnTo>
                <a:lnTo>
                  <a:pt x="87452" y="29197"/>
                </a:lnTo>
                <a:lnTo>
                  <a:pt x="87083" y="29476"/>
                </a:lnTo>
                <a:lnTo>
                  <a:pt x="86837" y="29870"/>
                </a:lnTo>
                <a:lnTo>
                  <a:pt x="86715" y="107429"/>
                </a:lnTo>
                <a:lnTo>
                  <a:pt x="87160" y="108038"/>
                </a:lnTo>
                <a:lnTo>
                  <a:pt x="87566" y="108305"/>
                </a:lnTo>
                <a:lnTo>
                  <a:pt x="88760" y="108750"/>
                </a:lnTo>
                <a:lnTo>
                  <a:pt x="89560" y="108927"/>
                </a:lnTo>
                <a:lnTo>
                  <a:pt x="99199" y="108927"/>
                </a:lnTo>
                <a:lnTo>
                  <a:pt x="102146" y="56819"/>
                </a:lnTo>
                <a:lnTo>
                  <a:pt x="104343" y="53733"/>
                </a:lnTo>
                <a:lnTo>
                  <a:pt x="116171" y="41935"/>
                </a:lnTo>
                <a:lnTo>
                  <a:pt x="100647" y="41935"/>
                </a:lnTo>
                <a:lnTo>
                  <a:pt x="100533" y="30124"/>
                </a:lnTo>
                <a:lnTo>
                  <a:pt x="100181" y="29603"/>
                </a:lnTo>
                <a:lnTo>
                  <a:pt x="100088" y="29476"/>
                </a:lnTo>
                <a:lnTo>
                  <a:pt x="99733" y="29197"/>
                </a:lnTo>
                <a:lnTo>
                  <a:pt x="98880" y="28765"/>
                </a:lnTo>
                <a:close/>
              </a:path>
              <a:path w="378459" h="110489">
                <a:moveTo>
                  <a:pt x="135889" y="40360"/>
                </a:moveTo>
                <a:lnTo>
                  <a:pt x="125310" y="40360"/>
                </a:lnTo>
                <a:lnTo>
                  <a:pt x="128600" y="41046"/>
                </a:lnTo>
                <a:lnTo>
                  <a:pt x="130741" y="41655"/>
                </a:lnTo>
                <a:lnTo>
                  <a:pt x="132676" y="42316"/>
                </a:lnTo>
                <a:lnTo>
                  <a:pt x="133286" y="42443"/>
                </a:lnTo>
                <a:lnTo>
                  <a:pt x="134289" y="42443"/>
                </a:lnTo>
                <a:lnTo>
                  <a:pt x="135849" y="40525"/>
                </a:lnTo>
                <a:lnTo>
                  <a:pt x="135889" y="40360"/>
                </a:lnTo>
                <a:close/>
              </a:path>
              <a:path w="378459" h="110489">
                <a:moveTo>
                  <a:pt x="127622" y="27343"/>
                </a:moveTo>
                <a:lnTo>
                  <a:pt x="120180" y="27343"/>
                </a:lnTo>
                <a:lnTo>
                  <a:pt x="116568" y="28193"/>
                </a:lnTo>
                <a:lnTo>
                  <a:pt x="100647" y="41935"/>
                </a:lnTo>
                <a:lnTo>
                  <a:pt x="116171" y="41935"/>
                </a:lnTo>
                <a:lnTo>
                  <a:pt x="116649" y="41655"/>
                </a:lnTo>
                <a:lnTo>
                  <a:pt x="119659" y="40525"/>
                </a:lnTo>
                <a:lnTo>
                  <a:pt x="120574" y="40360"/>
                </a:lnTo>
                <a:lnTo>
                  <a:pt x="135889" y="40360"/>
                </a:lnTo>
                <a:lnTo>
                  <a:pt x="135813" y="30695"/>
                </a:lnTo>
                <a:lnTo>
                  <a:pt x="128701" y="27495"/>
                </a:lnTo>
                <a:lnTo>
                  <a:pt x="127622" y="27343"/>
                </a:lnTo>
                <a:close/>
              </a:path>
              <a:path w="378459" h="110489">
                <a:moveTo>
                  <a:pt x="98018" y="28524"/>
                </a:moveTo>
                <a:lnTo>
                  <a:pt x="89306" y="28524"/>
                </a:lnTo>
                <a:lnTo>
                  <a:pt x="88248" y="28765"/>
                </a:lnTo>
                <a:lnTo>
                  <a:pt x="99058" y="28765"/>
                </a:lnTo>
                <a:lnTo>
                  <a:pt x="98018" y="28524"/>
                </a:lnTo>
                <a:close/>
              </a:path>
              <a:path w="378459" h="110489">
                <a:moveTo>
                  <a:pt x="194881" y="27139"/>
                </a:moveTo>
                <a:lnTo>
                  <a:pt x="180695" y="27139"/>
                </a:lnTo>
                <a:lnTo>
                  <a:pt x="174383" y="28168"/>
                </a:lnTo>
                <a:lnTo>
                  <a:pt x="145580" y="57581"/>
                </a:lnTo>
                <a:lnTo>
                  <a:pt x="144678" y="63258"/>
                </a:lnTo>
                <a:lnTo>
                  <a:pt x="144788" y="76555"/>
                </a:lnTo>
                <a:lnTo>
                  <a:pt x="173075" y="109372"/>
                </a:lnTo>
                <a:lnTo>
                  <a:pt x="179158" y="110299"/>
                </a:lnTo>
                <a:lnTo>
                  <a:pt x="193281" y="110299"/>
                </a:lnTo>
                <a:lnTo>
                  <a:pt x="198810" y="109372"/>
                </a:lnTo>
                <a:lnTo>
                  <a:pt x="199239" y="109372"/>
                </a:lnTo>
                <a:lnTo>
                  <a:pt x="210439" y="105041"/>
                </a:lnTo>
                <a:lnTo>
                  <a:pt x="214960" y="102107"/>
                </a:lnTo>
                <a:lnTo>
                  <a:pt x="218328" y="98602"/>
                </a:lnTo>
                <a:lnTo>
                  <a:pt x="181914" y="98602"/>
                </a:lnTo>
                <a:lnTo>
                  <a:pt x="178073" y="97878"/>
                </a:lnTo>
                <a:lnTo>
                  <a:pt x="177869" y="97878"/>
                </a:lnTo>
                <a:lnTo>
                  <a:pt x="171018" y="94614"/>
                </a:lnTo>
                <a:lnTo>
                  <a:pt x="160906" y="63258"/>
                </a:lnTo>
                <a:lnTo>
                  <a:pt x="161131" y="61582"/>
                </a:lnTo>
                <a:lnTo>
                  <a:pt x="161225" y="60883"/>
                </a:lnTo>
                <a:lnTo>
                  <a:pt x="178556" y="39535"/>
                </a:lnTo>
                <a:lnTo>
                  <a:pt x="178359" y="39535"/>
                </a:lnTo>
                <a:lnTo>
                  <a:pt x="182676" y="38734"/>
                </a:lnTo>
                <a:lnTo>
                  <a:pt x="219820" y="38734"/>
                </a:lnTo>
                <a:lnTo>
                  <a:pt x="215633" y="34455"/>
                </a:lnTo>
                <a:lnTo>
                  <a:pt x="211315" y="31762"/>
                </a:lnTo>
                <a:lnTo>
                  <a:pt x="201271" y="28168"/>
                </a:lnTo>
                <a:lnTo>
                  <a:pt x="201710" y="28168"/>
                </a:lnTo>
                <a:lnTo>
                  <a:pt x="194881" y="27139"/>
                </a:lnTo>
                <a:close/>
              </a:path>
              <a:path w="378459" h="110489">
                <a:moveTo>
                  <a:pt x="219820" y="38734"/>
                </a:moveTo>
                <a:lnTo>
                  <a:pt x="192303" y="38734"/>
                </a:lnTo>
                <a:lnTo>
                  <a:pt x="196481" y="39535"/>
                </a:lnTo>
                <a:lnTo>
                  <a:pt x="203215" y="42748"/>
                </a:lnTo>
                <a:lnTo>
                  <a:pt x="213224" y="74079"/>
                </a:lnTo>
                <a:lnTo>
                  <a:pt x="213003" y="75818"/>
                </a:lnTo>
                <a:lnTo>
                  <a:pt x="212910" y="76555"/>
                </a:lnTo>
                <a:lnTo>
                  <a:pt x="212826" y="77215"/>
                </a:lnTo>
                <a:lnTo>
                  <a:pt x="191477" y="98602"/>
                </a:lnTo>
                <a:lnTo>
                  <a:pt x="218328" y="98602"/>
                </a:lnTo>
                <a:lnTo>
                  <a:pt x="222161" y="94614"/>
                </a:lnTo>
                <a:lnTo>
                  <a:pt x="224891" y="90131"/>
                </a:lnTo>
                <a:lnTo>
                  <a:pt x="228536" y="79755"/>
                </a:lnTo>
                <a:lnTo>
                  <a:pt x="229438" y="74079"/>
                </a:lnTo>
                <a:lnTo>
                  <a:pt x="229332" y="60883"/>
                </a:lnTo>
                <a:lnTo>
                  <a:pt x="228574" y="55892"/>
                </a:lnTo>
                <a:lnTo>
                  <a:pt x="225132" y="45796"/>
                </a:lnTo>
                <a:lnTo>
                  <a:pt x="222542" y="41516"/>
                </a:lnTo>
                <a:lnTo>
                  <a:pt x="219820" y="38734"/>
                </a:lnTo>
                <a:close/>
              </a:path>
              <a:path w="378459" h="110489">
                <a:moveTo>
                  <a:pt x="264134" y="28524"/>
                </a:moveTo>
                <a:lnTo>
                  <a:pt x="255422" y="28524"/>
                </a:lnTo>
                <a:lnTo>
                  <a:pt x="254698" y="28689"/>
                </a:lnTo>
                <a:lnTo>
                  <a:pt x="253568" y="29197"/>
                </a:lnTo>
                <a:lnTo>
                  <a:pt x="253199" y="29476"/>
                </a:lnTo>
                <a:lnTo>
                  <a:pt x="252818" y="30086"/>
                </a:lnTo>
                <a:lnTo>
                  <a:pt x="252831" y="107429"/>
                </a:lnTo>
                <a:lnTo>
                  <a:pt x="253276" y="108038"/>
                </a:lnTo>
                <a:lnTo>
                  <a:pt x="253682" y="108305"/>
                </a:lnTo>
                <a:lnTo>
                  <a:pt x="254876" y="108750"/>
                </a:lnTo>
                <a:lnTo>
                  <a:pt x="255676" y="108927"/>
                </a:lnTo>
                <a:lnTo>
                  <a:pt x="265315" y="108927"/>
                </a:lnTo>
                <a:lnTo>
                  <a:pt x="268262" y="53708"/>
                </a:lnTo>
                <a:lnTo>
                  <a:pt x="272529" y="48945"/>
                </a:lnTo>
                <a:lnTo>
                  <a:pt x="276491" y="45326"/>
                </a:lnTo>
                <a:lnTo>
                  <a:pt x="282983" y="40919"/>
                </a:lnTo>
                <a:lnTo>
                  <a:pt x="266763" y="40919"/>
                </a:lnTo>
                <a:lnTo>
                  <a:pt x="266649" y="30086"/>
                </a:lnTo>
                <a:lnTo>
                  <a:pt x="266204" y="29476"/>
                </a:lnTo>
                <a:lnTo>
                  <a:pt x="265849" y="29197"/>
                </a:lnTo>
                <a:lnTo>
                  <a:pt x="264845" y="28689"/>
                </a:lnTo>
                <a:lnTo>
                  <a:pt x="264134" y="28524"/>
                </a:lnTo>
                <a:close/>
              </a:path>
              <a:path w="378459" h="110489">
                <a:moveTo>
                  <a:pt x="318909" y="39154"/>
                </a:moveTo>
                <a:lnTo>
                  <a:pt x="293852" y="39154"/>
                </a:lnTo>
                <a:lnTo>
                  <a:pt x="296341" y="39662"/>
                </a:lnTo>
                <a:lnTo>
                  <a:pt x="300545" y="41681"/>
                </a:lnTo>
                <a:lnTo>
                  <a:pt x="307924" y="107429"/>
                </a:lnTo>
                <a:lnTo>
                  <a:pt x="308368" y="108038"/>
                </a:lnTo>
                <a:lnTo>
                  <a:pt x="308775" y="108305"/>
                </a:lnTo>
                <a:lnTo>
                  <a:pt x="309968" y="108750"/>
                </a:lnTo>
                <a:lnTo>
                  <a:pt x="310781" y="108927"/>
                </a:lnTo>
                <a:lnTo>
                  <a:pt x="320319" y="108927"/>
                </a:lnTo>
                <a:lnTo>
                  <a:pt x="323354" y="107048"/>
                </a:lnTo>
                <a:lnTo>
                  <a:pt x="323354" y="53708"/>
                </a:lnTo>
                <a:lnTo>
                  <a:pt x="327685" y="48945"/>
                </a:lnTo>
                <a:lnTo>
                  <a:pt x="331660" y="45326"/>
                </a:lnTo>
                <a:lnTo>
                  <a:pt x="336378" y="42100"/>
                </a:lnTo>
                <a:lnTo>
                  <a:pt x="320344" y="42100"/>
                </a:lnTo>
                <a:lnTo>
                  <a:pt x="319341" y="39852"/>
                </a:lnTo>
                <a:lnTo>
                  <a:pt x="318909" y="39154"/>
                </a:lnTo>
                <a:close/>
              </a:path>
              <a:path w="378459" h="110489">
                <a:moveTo>
                  <a:pt x="374179" y="39154"/>
                </a:moveTo>
                <a:lnTo>
                  <a:pt x="348945" y="39154"/>
                </a:lnTo>
                <a:lnTo>
                  <a:pt x="351459" y="39662"/>
                </a:lnTo>
                <a:lnTo>
                  <a:pt x="355727" y="41681"/>
                </a:lnTo>
                <a:lnTo>
                  <a:pt x="362940" y="107429"/>
                </a:lnTo>
                <a:lnTo>
                  <a:pt x="363448" y="108038"/>
                </a:lnTo>
                <a:lnTo>
                  <a:pt x="363867" y="108305"/>
                </a:lnTo>
                <a:lnTo>
                  <a:pt x="365061" y="108750"/>
                </a:lnTo>
                <a:lnTo>
                  <a:pt x="365861" y="108927"/>
                </a:lnTo>
                <a:lnTo>
                  <a:pt x="375500" y="108927"/>
                </a:lnTo>
                <a:lnTo>
                  <a:pt x="378353" y="53708"/>
                </a:lnTo>
                <a:lnTo>
                  <a:pt x="377964" y="50444"/>
                </a:lnTo>
                <a:lnTo>
                  <a:pt x="376117" y="43141"/>
                </a:lnTo>
                <a:lnTo>
                  <a:pt x="376021" y="42760"/>
                </a:lnTo>
                <a:lnTo>
                  <a:pt x="374600" y="39852"/>
                </a:lnTo>
                <a:lnTo>
                  <a:pt x="374507" y="39662"/>
                </a:lnTo>
                <a:lnTo>
                  <a:pt x="374383" y="39408"/>
                </a:lnTo>
                <a:lnTo>
                  <a:pt x="374179" y="39154"/>
                </a:lnTo>
                <a:close/>
              </a:path>
              <a:path w="378459" h="110489">
                <a:moveTo>
                  <a:pt x="354812" y="27139"/>
                </a:moveTo>
                <a:lnTo>
                  <a:pt x="347091" y="27139"/>
                </a:lnTo>
                <a:lnTo>
                  <a:pt x="343943" y="27495"/>
                </a:lnTo>
                <a:lnTo>
                  <a:pt x="344418" y="27495"/>
                </a:lnTo>
                <a:lnTo>
                  <a:pt x="341287" y="28244"/>
                </a:lnTo>
                <a:lnTo>
                  <a:pt x="320344" y="42100"/>
                </a:lnTo>
                <a:lnTo>
                  <a:pt x="336378" y="42100"/>
                </a:lnTo>
                <a:lnTo>
                  <a:pt x="338886" y="40385"/>
                </a:lnTo>
                <a:lnTo>
                  <a:pt x="342480" y="39154"/>
                </a:lnTo>
                <a:lnTo>
                  <a:pt x="374179" y="39154"/>
                </a:lnTo>
                <a:lnTo>
                  <a:pt x="369798" y="33693"/>
                </a:lnTo>
                <a:lnTo>
                  <a:pt x="366801" y="31407"/>
                </a:lnTo>
                <a:lnTo>
                  <a:pt x="359397" y="27990"/>
                </a:lnTo>
                <a:lnTo>
                  <a:pt x="354812" y="27139"/>
                </a:lnTo>
                <a:close/>
              </a:path>
              <a:path w="378459" h="110489">
                <a:moveTo>
                  <a:pt x="297776" y="27139"/>
                </a:moveTo>
                <a:lnTo>
                  <a:pt x="289674" y="27139"/>
                </a:lnTo>
                <a:lnTo>
                  <a:pt x="285140" y="28244"/>
                </a:lnTo>
                <a:lnTo>
                  <a:pt x="276161" y="32664"/>
                </a:lnTo>
                <a:lnTo>
                  <a:pt x="271526" y="36156"/>
                </a:lnTo>
                <a:lnTo>
                  <a:pt x="266763" y="40919"/>
                </a:lnTo>
                <a:lnTo>
                  <a:pt x="282983" y="40919"/>
                </a:lnTo>
                <a:lnTo>
                  <a:pt x="283768" y="40385"/>
                </a:lnTo>
                <a:lnTo>
                  <a:pt x="287388" y="39154"/>
                </a:lnTo>
                <a:lnTo>
                  <a:pt x="318909" y="39154"/>
                </a:lnTo>
                <a:lnTo>
                  <a:pt x="318084" y="37820"/>
                </a:lnTo>
                <a:lnTo>
                  <a:pt x="300926" y="27495"/>
                </a:lnTo>
                <a:lnTo>
                  <a:pt x="297776" y="27139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070178" y="6055474"/>
            <a:ext cx="2126284" cy="147421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263646" y="6060617"/>
            <a:ext cx="601599" cy="14190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930396" y="6071831"/>
            <a:ext cx="151129" cy="10196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46422" y="6055347"/>
            <a:ext cx="710401" cy="147548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918075" y="6055474"/>
            <a:ext cx="1050024" cy="11832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044946" y="6060617"/>
            <a:ext cx="680302" cy="142278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787515" y="6055347"/>
            <a:ext cx="873505" cy="147180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731886" y="6055474"/>
            <a:ext cx="1395857" cy="118325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9197593" y="6118466"/>
            <a:ext cx="146685" cy="12700"/>
          </a:xfrm>
          <a:custGeom>
            <a:avLst/>
            <a:gdLst/>
            <a:ahLst/>
            <a:cxnLst/>
            <a:rect l="l" t="t" r="r" b="b"/>
            <a:pathLst>
              <a:path w="146684" h="12700">
                <a:moveTo>
                  <a:pt x="144145" y="0"/>
                </a:moveTo>
                <a:lnTo>
                  <a:pt x="2666" y="0"/>
                </a:lnTo>
                <a:lnTo>
                  <a:pt x="1650" y="495"/>
                </a:lnTo>
                <a:lnTo>
                  <a:pt x="380" y="2451"/>
                </a:lnTo>
                <a:lnTo>
                  <a:pt x="0" y="4013"/>
                </a:lnTo>
                <a:lnTo>
                  <a:pt x="0" y="8432"/>
                </a:lnTo>
                <a:lnTo>
                  <a:pt x="380" y="10032"/>
                </a:lnTo>
                <a:lnTo>
                  <a:pt x="1904" y="11823"/>
                </a:lnTo>
                <a:lnTo>
                  <a:pt x="2794" y="12280"/>
                </a:lnTo>
                <a:lnTo>
                  <a:pt x="144017" y="12280"/>
                </a:lnTo>
                <a:lnTo>
                  <a:pt x="144779" y="11823"/>
                </a:lnTo>
                <a:lnTo>
                  <a:pt x="146303" y="10032"/>
                </a:lnTo>
                <a:lnTo>
                  <a:pt x="146557" y="8432"/>
                </a:lnTo>
                <a:lnTo>
                  <a:pt x="146557" y="6134"/>
                </a:lnTo>
                <a:lnTo>
                  <a:pt x="146557" y="3949"/>
                </a:lnTo>
                <a:lnTo>
                  <a:pt x="146303" y="2387"/>
                </a:lnTo>
                <a:lnTo>
                  <a:pt x="144906" y="482"/>
                </a:lnTo>
                <a:lnTo>
                  <a:pt x="144145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9413367" y="6071831"/>
            <a:ext cx="792226" cy="130975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0273665" y="6060617"/>
            <a:ext cx="99186" cy="113182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54836" y="6300431"/>
            <a:ext cx="152653" cy="101968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09498" y="6284074"/>
            <a:ext cx="681456" cy="147421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77975" y="6300431"/>
            <a:ext cx="570992" cy="130975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223897" y="6289217"/>
            <a:ext cx="118871" cy="111810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2411857" y="6283947"/>
            <a:ext cx="579119" cy="1184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919" y="952559"/>
            <a:ext cx="9613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5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1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50" spc="-120" dirty="0">
                <a:solidFill>
                  <a:srgbClr val="F9F9F9"/>
                </a:solidFill>
                <a:latin typeface="Arial MT"/>
                <a:cs typeface="Arial MT"/>
              </a:rPr>
              <a:t>FEATURES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6440" y="1381318"/>
            <a:ext cx="7979409" cy="384810"/>
          </a:xfrm>
          <a:custGeom>
            <a:avLst/>
            <a:gdLst/>
            <a:ahLst/>
            <a:cxnLst/>
            <a:rect l="l" t="t" r="r" b="b"/>
            <a:pathLst>
              <a:path w="7979409" h="384810">
                <a:moveTo>
                  <a:pt x="7978140" y="384048"/>
                </a:moveTo>
                <a:lnTo>
                  <a:pt x="0" y="384048"/>
                </a:lnTo>
                <a:lnTo>
                  <a:pt x="0" y="0"/>
                </a:lnTo>
                <a:lnTo>
                  <a:pt x="7978140" y="0"/>
                </a:lnTo>
                <a:lnTo>
                  <a:pt x="7978140" y="384048"/>
                </a:lnTo>
                <a:close/>
              </a:path>
            </a:pathLst>
          </a:custGeom>
          <a:solidFill>
            <a:srgbClr val="15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Eight</a:t>
            </a:r>
            <a:r>
              <a:rPr spc="-225" dirty="0"/>
              <a:t> </a:t>
            </a:r>
            <a:r>
              <a:rPr dirty="0"/>
              <a:t>Capabilities.</a:t>
            </a:r>
            <a:r>
              <a:rPr spc="-175" dirty="0"/>
              <a:t> </a:t>
            </a:r>
            <a:r>
              <a:rPr spc="-125" dirty="0"/>
              <a:t>One</a:t>
            </a:r>
            <a:r>
              <a:rPr spc="-340" dirty="0"/>
              <a:t> </a:t>
            </a:r>
            <a:r>
              <a:rPr dirty="0"/>
              <a:t>Unified</a:t>
            </a:r>
            <a:r>
              <a:rPr spc="-229" dirty="0"/>
              <a:t> </a:t>
            </a:r>
            <a:r>
              <a:rPr spc="-10" dirty="0"/>
              <a:t>Platform.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2685153"/>
            <a:ext cx="11422380" cy="206375"/>
          </a:xfrm>
          <a:custGeom>
            <a:avLst/>
            <a:gdLst/>
            <a:ahLst/>
            <a:cxnLst/>
            <a:rect l="l" t="t" r="r" b="b"/>
            <a:pathLst>
              <a:path w="11422380" h="206375">
                <a:moveTo>
                  <a:pt x="11420856" y="205740"/>
                </a:moveTo>
                <a:lnTo>
                  <a:pt x="0" y="20574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20574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04808" y="2597475"/>
            <a:ext cx="14192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95" dirty="0">
                <a:solidFill>
                  <a:srgbClr val="FFFFFF"/>
                </a:solidFill>
                <a:latin typeface="Arial MT"/>
                <a:cs typeface="Arial MT"/>
              </a:rPr>
              <a:t>Goaí 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Planning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60291"/>
            <a:ext cx="11422380" cy="160655"/>
          </a:xfrm>
          <a:custGeom>
            <a:avLst/>
            <a:gdLst/>
            <a:ahLst/>
            <a:cxnLst/>
            <a:rect l="l" t="t" r="r" b="b"/>
            <a:pathLst>
              <a:path w="11422380" h="160655">
                <a:moveTo>
                  <a:pt x="11420856" y="160020"/>
                </a:moveTo>
                <a:lnTo>
                  <a:pt x="0" y="16002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16002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5840" y="2456126"/>
            <a:ext cx="2672715" cy="7759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18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905"/>
              </a:spcBef>
            </a:pP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Health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overview</a:t>
            </a:r>
            <a:r>
              <a:rPr sz="1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4F4F4"/>
                </a:solidFill>
                <a:latin typeface="Arial MT"/>
                <a:cs typeface="Arial MT"/>
              </a:rPr>
              <a:t>and</a:t>
            </a:r>
            <a:r>
              <a:rPr sz="1400" spc="-6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r>
              <a:rPr sz="1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tracking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3731" y="3004130"/>
            <a:ext cx="261239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Milestones</a:t>
            </a:r>
            <a:r>
              <a:rPr sz="1350" spc="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3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progress</a:t>
            </a:r>
            <a:r>
              <a:rPr sz="135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tracking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185706"/>
            <a:ext cx="11422380" cy="206375"/>
          </a:xfrm>
          <a:custGeom>
            <a:avLst/>
            <a:gdLst/>
            <a:ahLst/>
            <a:cxnLst/>
            <a:rect l="l" t="t" r="r" b="b"/>
            <a:pathLst>
              <a:path w="11422380" h="206375">
                <a:moveTo>
                  <a:pt x="11420856" y="205740"/>
                </a:moveTo>
                <a:lnTo>
                  <a:pt x="0" y="20574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20574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06723" y="4098030"/>
            <a:ext cx="1650364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60" dirty="0">
                <a:solidFill>
                  <a:srgbClr val="FFFFFF"/>
                </a:solidFill>
                <a:latin typeface="Calibri"/>
                <a:cs typeface="Calibri"/>
              </a:rPr>
              <a:t>Lifestyle</a:t>
            </a:r>
            <a:r>
              <a:rPr sz="18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4560845"/>
            <a:ext cx="11422380" cy="169545"/>
          </a:xfrm>
          <a:custGeom>
            <a:avLst/>
            <a:gdLst/>
            <a:ahLst/>
            <a:cxnLst/>
            <a:rect l="l" t="t" r="r" b="b"/>
            <a:pathLst>
              <a:path w="11422380" h="169545">
                <a:moveTo>
                  <a:pt x="11420856" y="169164"/>
                </a:moveTo>
                <a:lnTo>
                  <a:pt x="0" y="169164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169164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9003" y="4121666"/>
            <a:ext cx="3062605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0" dirty="0">
                <a:solidFill>
                  <a:srgbClr val="FFFFFF"/>
                </a:solidFill>
                <a:latin typeface="Calibri"/>
                <a:cs typeface="Calibri"/>
              </a:rPr>
              <a:t>What-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700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85" dirty="0">
                <a:solidFill>
                  <a:srgbClr val="FFFFFF"/>
                </a:solidFill>
                <a:latin typeface="Calibri"/>
                <a:cs typeface="Calibri"/>
              </a:rPr>
              <a:t>Simulator</a:t>
            </a:r>
            <a:endParaRPr sz="17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101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135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3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decisions</a:t>
            </a:r>
            <a:r>
              <a:rPr sz="13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before</a:t>
            </a:r>
            <a:r>
              <a:rPr sz="1350" spc="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acting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7565" y="4509259"/>
            <a:ext cx="31413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Analyze</a:t>
            </a:r>
            <a:r>
              <a:rPr sz="13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vacations,</a:t>
            </a:r>
            <a:r>
              <a:rPr sz="13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dining,</a:t>
            </a:r>
            <a:r>
              <a:rPr sz="13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entertainment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5695410"/>
            <a:ext cx="11422380" cy="206375"/>
          </a:xfrm>
          <a:custGeom>
            <a:avLst/>
            <a:gdLst/>
            <a:ahLst/>
            <a:cxnLst/>
            <a:rect l="l" t="t" r="r" b="b"/>
            <a:pathLst>
              <a:path w="11422380" h="206375">
                <a:moveTo>
                  <a:pt x="11420856" y="205740"/>
                </a:moveTo>
                <a:lnTo>
                  <a:pt x="0" y="20574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20574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11329" y="5607733"/>
            <a:ext cx="121539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Startup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Lab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6070548"/>
            <a:ext cx="11422380" cy="160655"/>
          </a:xfrm>
          <a:custGeom>
            <a:avLst/>
            <a:gdLst/>
            <a:ahLst/>
            <a:cxnLst/>
            <a:rect l="l" t="t" r="r" b="b"/>
            <a:pathLst>
              <a:path w="11422380" h="160654">
                <a:moveTo>
                  <a:pt x="11420856" y="160020"/>
                </a:moveTo>
                <a:lnTo>
                  <a:pt x="0" y="16002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160020"/>
                </a:lnTo>
                <a:close/>
              </a:path>
            </a:pathLst>
          </a:custGeom>
          <a:solidFill>
            <a:srgbClr val="15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6623" y="5460502"/>
            <a:ext cx="2331085" cy="78676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Scenarios</a:t>
            </a:r>
            <a:endParaRPr sz="18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14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investment</a:t>
            </a:r>
            <a:r>
              <a:rPr sz="14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outcomes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0465" y="6014387"/>
            <a:ext cx="261937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Invest</a:t>
            </a:r>
            <a:r>
              <a:rPr sz="13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sz="13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Build</a:t>
            </a:r>
            <a:r>
              <a:rPr sz="13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r>
              <a:rPr sz="13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modeling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7186814"/>
            <a:ext cx="11422380" cy="206375"/>
          </a:xfrm>
          <a:custGeom>
            <a:avLst/>
            <a:gdLst/>
            <a:ahLst/>
            <a:cxnLst/>
            <a:rect l="l" t="t" r="r" b="b"/>
            <a:pathLst>
              <a:path w="11422380" h="206375">
                <a:moveTo>
                  <a:pt x="11420856" y="205740"/>
                </a:moveTo>
                <a:lnTo>
                  <a:pt x="0" y="205740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20574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07868" y="7103712"/>
            <a:ext cx="146240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Expíainabíe</a:t>
            </a:r>
            <a:r>
              <a:rPr sz="18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7571102"/>
            <a:ext cx="11422380" cy="169545"/>
          </a:xfrm>
          <a:custGeom>
            <a:avLst/>
            <a:gdLst/>
            <a:ahLst/>
            <a:cxnLst/>
            <a:rect l="l" t="t" r="r" b="b"/>
            <a:pathLst>
              <a:path w="11422380" h="169545">
                <a:moveTo>
                  <a:pt x="11420856" y="169164"/>
                </a:moveTo>
                <a:lnTo>
                  <a:pt x="0" y="169164"/>
                </a:lnTo>
                <a:lnTo>
                  <a:pt x="0" y="0"/>
                </a:lnTo>
                <a:lnTo>
                  <a:pt x="11420856" y="0"/>
                </a:lnTo>
                <a:lnTo>
                  <a:pt x="11420856" y="169164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6592" y="7103712"/>
            <a:ext cx="2640330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1850" spc="-7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85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Arial MT"/>
                <a:cs typeface="Arial MT"/>
              </a:rPr>
              <a:t>Weaíth</a:t>
            </a:r>
            <a:r>
              <a:rPr sz="18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Assistant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Conversational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guidance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8721" y="7514941"/>
            <a:ext cx="403732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Transparent</a:t>
            </a:r>
            <a:r>
              <a:rPr sz="13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recommendations</a:t>
            </a:r>
            <a:r>
              <a:rPr sz="13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3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4F4F4"/>
                </a:solidFill>
                <a:latin typeface="Arial MT"/>
                <a:cs typeface="Arial MT"/>
              </a:rPr>
              <a:t>human</a:t>
            </a:r>
            <a:r>
              <a:rPr sz="1350" spc="110" dirty="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controls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7475" y="4896738"/>
            <a:ext cx="150114" cy="149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95665"/>
          </a:xfrm>
          <a:custGeom>
            <a:avLst/>
            <a:gdLst/>
            <a:ahLst/>
            <a:cxnLst/>
            <a:rect l="l" t="t" r="r" b="b"/>
            <a:pathLst>
              <a:path w="11430000" h="8495665">
                <a:moveTo>
                  <a:pt x="11429619" y="0"/>
                </a:moveTo>
                <a:lnTo>
                  <a:pt x="0" y="0"/>
                </a:lnTo>
                <a:lnTo>
                  <a:pt x="0" y="8495664"/>
                </a:lnTo>
                <a:lnTo>
                  <a:pt x="11429619" y="8495664"/>
                </a:lnTo>
                <a:lnTo>
                  <a:pt x="11429619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62" y="476249"/>
            <a:ext cx="1362087" cy="2571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37" y="931163"/>
            <a:ext cx="1563574" cy="35775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88920" y="943355"/>
            <a:ext cx="404495" cy="271145"/>
          </a:xfrm>
          <a:custGeom>
            <a:avLst/>
            <a:gdLst/>
            <a:ahLst/>
            <a:cxnLst/>
            <a:rect l="l" t="t" r="r" b="b"/>
            <a:pathLst>
              <a:path w="404494" h="271144">
                <a:moveTo>
                  <a:pt x="169418" y="126"/>
                </a:moveTo>
                <a:lnTo>
                  <a:pt x="125603" y="126"/>
                </a:lnTo>
                <a:lnTo>
                  <a:pt x="120396" y="381"/>
                </a:lnTo>
                <a:lnTo>
                  <a:pt x="116459" y="889"/>
                </a:lnTo>
                <a:lnTo>
                  <a:pt x="110617" y="2413"/>
                </a:lnTo>
                <a:lnTo>
                  <a:pt x="108458" y="3428"/>
                </a:lnTo>
                <a:lnTo>
                  <a:pt x="107187" y="4952"/>
                </a:lnTo>
                <a:lnTo>
                  <a:pt x="105791" y="6350"/>
                </a:lnTo>
                <a:lnTo>
                  <a:pt x="4191" y="249047"/>
                </a:lnTo>
                <a:lnTo>
                  <a:pt x="176" y="262509"/>
                </a:lnTo>
                <a:lnTo>
                  <a:pt x="88" y="263017"/>
                </a:lnTo>
                <a:lnTo>
                  <a:pt x="2286" y="267335"/>
                </a:lnTo>
                <a:lnTo>
                  <a:pt x="3937" y="268986"/>
                </a:lnTo>
                <a:lnTo>
                  <a:pt x="7223" y="270128"/>
                </a:lnTo>
                <a:lnTo>
                  <a:pt x="8297" y="270128"/>
                </a:lnTo>
                <a:lnTo>
                  <a:pt x="18372" y="271018"/>
                </a:lnTo>
                <a:lnTo>
                  <a:pt x="42036" y="271018"/>
                </a:lnTo>
                <a:lnTo>
                  <a:pt x="50927" y="270256"/>
                </a:lnTo>
                <a:lnTo>
                  <a:pt x="64516" y="260985"/>
                </a:lnTo>
                <a:lnTo>
                  <a:pt x="84962" y="208534"/>
                </a:lnTo>
                <a:lnTo>
                  <a:pt x="276122" y="208534"/>
                </a:lnTo>
                <a:lnTo>
                  <a:pt x="258575" y="166624"/>
                </a:lnTo>
                <a:lnTo>
                  <a:pt x="99441" y="166624"/>
                </a:lnTo>
                <a:lnTo>
                  <a:pt x="145034" y="52324"/>
                </a:lnTo>
                <a:lnTo>
                  <a:pt x="210722" y="52324"/>
                </a:lnTo>
                <a:lnTo>
                  <a:pt x="193548" y="11302"/>
                </a:lnTo>
                <a:lnTo>
                  <a:pt x="192531" y="8636"/>
                </a:lnTo>
                <a:lnTo>
                  <a:pt x="175260" y="381"/>
                </a:lnTo>
                <a:lnTo>
                  <a:pt x="169418" y="126"/>
                </a:lnTo>
                <a:close/>
              </a:path>
              <a:path w="404494" h="271144">
                <a:moveTo>
                  <a:pt x="232156" y="270256"/>
                </a:moveTo>
                <a:lnTo>
                  <a:pt x="53149" y="270256"/>
                </a:lnTo>
                <a:lnTo>
                  <a:pt x="39814" y="271018"/>
                </a:lnTo>
                <a:lnTo>
                  <a:pt x="260350" y="271018"/>
                </a:lnTo>
                <a:lnTo>
                  <a:pt x="232156" y="270256"/>
                </a:lnTo>
                <a:close/>
              </a:path>
              <a:path w="404494" h="271144">
                <a:moveTo>
                  <a:pt x="289813" y="270256"/>
                </a:moveTo>
                <a:lnTo>
                  <a:pt x="239014" y="270256"/>
                </a:lnTo>
                <a:lnTo>
                  <a:pt x="253492" y="271018"/>
                </a:lnTo>
                <a:lnTo>
                  <a:pt x="276098" y="271018"/>
                </a:lnTo>
                <a:lnTo>
                  <a:pt x="289813" y="270256"/>
                </a:lnTo>
                <a:close/>
              </a:path>
              <a:path w="404494" h="271144">
                <a:moveTo>
                  <a:pt x="276122" y="208534"/>
                </a:moveTo>
                <a:lnTo>
                  <a:pt x="205994" y="208534"/>
                </a:lnTo>
                <a:lnTo>
                  <a:pt x="227711" y="262509"/>
                </a:lnTo>
                <a:lnTo>
                  <a:pt x="228346" y="264287"/>
                </a:lnTo>
                <a:lnTo>
                  <a:pt x="229460" y="265938"/>
                </a:lnTo>
                <a:lnTo>
                  <a:pt x="231267" y="267970"/>
                </a:lnTo>
                <a:lnTo>
                  <a:pt x="233153" y="268986"/>
                </a:lnTo>
                <a:lnTo>
                  <a:pt x="233425" y="268986"/>
                </a:lnTo>
                <a:lnTo>
                  <a:pt x="235458" y="269494"/>
                </a:lnTo>
                <a:lnTo>
                  <a:pt x="238632" y="270128"/>
                </a:lnTo>
                <a:lnTo>
                  <a:pt x="238886" y="270128"/>
                </a:lnTo>
                <a:lnTo>
                  <a:pt x="239776" y="270256"/>
                </a:lnTo>
                <a:lnTo>
                  <a:pt x="288374" y="270256"/>
                </a:lnTo>
                <a:lnTo>
                  <a:pt x="289941" y="270128"/>
                </a:lnTo>
                <a:lnTo>
                  <a:pt x="293116" y="269240"/>
                </a:lnTo>
                <a:lnTo>
                  <a:pt x="296799" y="266319"/>
                </a:lnTo>
                <a:lnTo>
                  <a:pt x="297321" y="264541"/>
                </a:lnTo>
                <a:lnTo>
                  <a:pt x="297235" y="263017"/>
                </a:lnTo>
                <a:lnTo>
                  <a:pt x="296926" y="261239"/>
                </a:lnTo>
                <a:lnTo>
                  <a:pt x="296545" y="258318"/>
                </a:lnTo>
                <a:lnTo>
                  <a:pt x="295275" y="254381"/>
                </a:lnTo>
                <a:lnTo>
                  <a:pt x="293243" y="249427"/>
                </a:lnTo>
                <a:lnTo>
                  <a:pt x="276122" y="208534"/>
                </a:lnTo>
                <a:close/>
              </a:path>
              <a:path w="404494" h="271144">
                <a:moveTo>
                  <a:pt x="210722" y="52324"/>
                </a:moveTo>
                <a:lnTo>
                  <a:pt x="145287" y="52324"/>
                </a:lnTo>
                <a:lnTo>
                  <a:pt x="190881" y="166624"/>
                </a:lnTo>
                <a:lnTo>
                  <a:pt x="258575" y="166624"/>
                </a:lnTo>
                <a:lnTo>
                  <a:pt x="210722" y="52324"/>
                </a:lnTo>
                <a:close/>
              </a:path>
              <a:path w="404494" h="271144">
                <a:moveTo>
                  <a:pt x="383159" y="0"/>
                </a:moveTo>
                <a:lnTo>
                  <a:pt x="359918" y="0"/>
                </a:lnTo>
                <a:lnTo>
                  <a:pt x="355727" y="508"/>
                </a:lnTo>
                <a:lnTo>
                  <a:pt x="351536" y="889"/>
                </a:lnTo>
                <a:lnTo>
                  <a:pt x="348234" y="1397"/>
                </a:lnTo>
                <a:lnTo>
                  <a:pt x="345694" y="2159"/>
                </a:lnTo>
                <a:lnTo>
                  <a:pt x="343027" y="2794"/>
                </a:lnTo>
                <a:lnTo>
                  <a:pt x="341249" y="3683"/>
                </a:lnTo>
                <a:lnTo>
                  <a:pt x="340106" y="4825"/>
                </a:lnTo>
                <a:lnTo>
                  <a:pt x="339090" y="5969"/>
                </a:lnTo>
                <a:lnTo>
                  <a:pt x="338581" y="7239"/>
                </a:lnTo>
                <a:lnTo>
                  <a:pt x="338581" y="263651"/>
                </a:lnTo>
                <a:lnTo>
                  <a:pt x="365125" y="271018"/>
                </a:lnTo>
                <a:lnTo>
                  <a:pt x="377952" y="271018"/>
                </a:lnTo>
                <a:lnTo>
                  <a:pt x="404241" y="263651"/>
                </a:lnTo>
                <a:lnTo>
                  <a:pt x="404241" y="7239"/>
                </a:lnTo>
                <a:lnTo>
                  <a:pt x="397383" y="2159"/>
                </a:lnTo>
                <a:lnTo>
                  <a:pt x="394843" y="1397"/>
                </a:lnTo>
                <a:lnTo>
                  <a:pt x="391541" y="889"/>
                </a:lnTo>
                <a:lnTo>
                  <a:pt x="387350" y="508"/>
                </a:lnTo>
                <a:lnTo>
                  <a:pt x="383159" y="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9658" y="1073530"/>
            <a:ext cx="396875" cy="43180"/>
          </a:xfrm>
          <a:custGeom>
            <a:avLst/>
            <a:gdLst/>
            <a:ahLst/>
            <a:cxnLst/>
            <a:rect l="l" t="t" r="r" b="b"/>
            <a:pathLst>
              <a:path w="396875" h="43180">
                <a:moveTo>
                  <a:pt x="389128" y="0"/>
                </a:moveTo>
                <a:lnTo>
                  <a:pt x="7747" y="0"/>
                </a:lnTo>
                <a:lnTo>
                  <a:pt x="4826" y="1777"/>
                </a:lnTo>
                <a:lnTo>
                  <a:pt x="1016" y="8382"/>
                </a:lnTo>
                <a:lnTo>
                  <a:pt x="0" y="13843"/>
                </a:lnTo>
                <a:lnTo>
                  <a:pt x="0" y="29591"/>
                </a:lnTo>
                <a:lnTo>
                  <a:pt x="1016" y="35051"/>
                </a:lnTo>
                <a:lnTo>
                  <a:pt x="5207" y="41275"/>
                </a:lnTo>
                <a:lnTo>
                  <a:pt x="8128" y="42799"/>
                </a:lnTo>
                <a:lnTo>
                  <a:pt x="388874" y="42799"/>
                </a:lnTo>
                <a:lnTo>
                  <a:pt x="391668" y="41275"/>
                </a:lnTo>
                <a:lnTo>
                  <a:pt x="395605" y="35051"/>
                </a:lnTo>
                <a:lnTo>
                  <a:pt x="396620" y="29591"/>
                </a:lnTo>
                <a:lnTo>
                  <a:pt x="396620" y="21590"/>
                </a:lnTo>
                <a:lnTo>
                  <a:pt x="396620" y="13589"/>
                </a:lnTo>
                <a:lnTo>
                  <a:pt x="395731" y="8000"/>
                </a:lnTo>
                <a:lnTo>
                  <a:pt x="392049" y="1650"/>
                </a:lnTo>
                <a:lnTo>
                  <a:pt x="389128" y="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3600" y="939672"/>
            <a:ext cx="1217040" cy="2782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6055" y="924051"/>
            <a:ext cx="2280920" cy="36423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191882" y="939672"/>
            <a:ext cx="835660" cy="278765"/>
          </a:xfrm>
          <a:custGeom>
            <a:avLst/>
            <a:gdLst/>
            <a:ahLst/>
            <a:cxnLst/>
            <a:rect l="l" t="t" r="r" b="b"/>
            <a:pathLst>
              <a:path w="835659" h="278765">
                <a:moveTo>
                  <a:pt x="155701" y="0"/>
                </a:moveTo>
                <a:lnTo>
                  <a:pt x="103409" y="5518"/>
                </a:lnTo>
                <a:lnTo>
                  <a:pt x="61610" y="21669"/>
                </a:lnTo>
                <a:lnTo>
                  <a:pt x="30408" y="47414"/>
                </a:lnTo>
                <a:lnTo>
                  <a:pt x="9906" y="82169"/>
                </a:lnTo>
                <a:lnTo>
                  <a:pt x="2589" y="109255"/>
                </a:lnTo>
                <a:lnTo>
                  <a:pt x="2476" y="109775"/>
                </a:lnTo>
                <a:lnTo>
                  <a:pt x="619" y="124835"/>
                </a:lnTo>
                <a:lnTo>
                  <a:pt x="183" y="136017"/>
                </a:lnTo>
                <a:lnTo>
                  <a:pt x="103" y="138049"/>
                </a:lnTo>
                <a:lnTo>
                  <a:pt x="5197" y="188632"/>
                </a:lnTo>
                <a:lnTo>
                  <a:pt x="21018" y="225917"/>
                </a:lnTo>
                <a:lnTo>
                  <a:pt x="58372" y="259635"/>
                </a:lnTo>
                <a:lnTo>
                  <a:pt x="98673" y="273595"/>
                </a:lnTo>
                <a:lnTo>
                  <a:pt x="149733" y="278256"/>
                </a:lnTo>
                <a:lnTo>
                  <a:pt x="165411" y="277735"/>
                </a:lnTo>
                <a:lnTo>
                  <a:pt x="167329" y="277735"/>
                </a:lnTo>
                <a:lnTo>
                  <a:pt x="216916" y="268604"/>
                </a:lnTo>
                <a:lnTo>
                  <a:pt x="255152" y="249156"/>
                </a:lnTo>
                <a:lnTo>
                  <a:pt x="272542" y="233172"/>
                </a:lnTo>
                <a:lnTo>
                  <a:pt x="151765" y="233172"/>
                </a:lnTo>
                <a:lnTo>
                  <a:pt x="140172" y="232765"/>
                </a:lnTo>
                <a:lnTo>
                  <a:pt x="97266" y="218582"/>
                </a:lnTo>
                <a:lnTo>
                  <a:pt x="75106" y="186106"/>
                </a:lnTo>
                <a:lnTo>
                  <a:pt x="68771" y="140716"/>
                </a:lnTo>
                <a:lnTo>
                  <a:pt x="68764" y="136017"/>
                </a:lnTo>
                <a:lnTo>
                  <a:pt x="68968" y="128738"/>
                </a:lnTo>
                <a:lnTo>
                  <a:pt x="78422" y="86391"/>
                </a:lnTo>
                <a:lnTo>
                  <a:pt x="105443" y="56570"/>
                </a:lnTo>
                <a:lnTo>
                  <a:pt x="153416" y="44830"/>
                </a:lnTo>
                <a:lnTo>
                  <a:pt x="278226" y="44830"/>
                </a:lnTo>
                <a:lnTo>
                  <a:pt x="276046" y="41969"/>
                </a:lnTo>
                <a:lnTo>
                  <a:pt x="246062" y="18383"/>
                </a:lnTo>
                <a:lnTo>
                  <a:pt x="205797" y="4554"/>
                </a:lnTo>
                <a:lnTo>
                  <a:pt x="174733" y="617"/>
                </a:lnTo>
                <a:lnTo>
                  <a:pt x="177536" y="617"/>
                </a:lnTo>
                <a:lnTo>
                  <a:pt x="155701" y="0"/>
                </a:lnTo>
                <a:close/>
              </a:path>
              <a:path w="835659" h="278765">
                <a:moveTo>
                  <a:pt x="278226" y="44830"/>
                </a:moveTo>
                <a:lnTo>
                  <a:pt x="153416" y="44830"/>
                </a:lnTo>
                <a:lnTo>
                  <a:pt x="166252" y="45307"/>
                </a:lnTo>
                <a:lnTo>
                  <a:pt x="165324" y="45307"/>
                </a:lnTo>
                <a:lnTo>
                  <a:pt x="207676" y="59769"/>
                </a:lnTo>
                <a:lnTo>
                  <a:pt x="230072" y="91973"/>
                </a:lnTo>
                <a:lnTo>
                  <a:pt x="236400" y="136017"/>
                </a:lnTo>
                <a:lnTo>
                  <a:pt x="236424" y="140716"/>
                </a:lnTo>
                <a:lnTo>
                  <a:pt x="236212" y="148437"/>
                </a:lnTo>
                <a:lnTo>
                  <a:pt x="226758" y="191373"/>
                </a:lnTo>
                <a:lnTo>
                  <a:pt x="199737" y="221611"/>
                </a:lnTo>
                <a:lnTo>
                  <a:pt x="162784" y="232765"/>
                </a:lnTo>
                <a:lnTo>
                  <a:pt x="161648" y="232765"/>
                </a:lnTo>
                <a:lnTo>
                  <a:pt x="151765" y="233172"/>
                </a:lnTo>
                <a:lnTo>
                  <a:pt x="272542" y="233172"/>
                </a:lnTo>
                <a:lnTo>
                  <a:pt x="274772" y="230820"/>
                </a:lnTo>
                <a:lnTo>
                  <a:pt x="295275" y="195833"/>
                </a:lnTo>
                <a:lnTo>
                  <a:pt x="304561" y="152257"/>
                </a:lnTo>
                <a:lnTo>
                  <a:pt x="305103" y="138049"/>
                </a:lnTo>
                <a:lnTo>
                  <a:pt x="305181" y="136017"/>
                </a:lnTo>
                <a:lnTo>
                  <a:pt x="299823" y="88868"/>
                </a:lnTo>
                <a:lnTo>
                  <a:pt x="283718" y="52038"/>
                </a:lnTo>
                <a:lnTo>
                  <a:pt x="278226" y="44830"/>
                </a:lnTo>
                <a:close/>
              </a:path>
              <a:path w="835659" h="278765">
                <a:moveTo>
                  <a:pt x="392557" y="73025"/>
                </a:moveTo>
                <a:lnTo>
                  <a:pt x="373380" y="73025"/>
                </a:lnTo>
                <a:lnTo>
                  <a:pt x="366522" y="73786"/>
                </a:lnTo>
                <a:lnTo>
                  <a:pt x="357124" y="77597"/>
                </a:lnTo>
                <a:lnTo>
                  <a:pt x="356235" y="78612"/>
                </a:lnTo>
                <a:lnTo>
                  <a:pt x="355853" y="79755"/>
                </a:lnTo>
                <a:lnTo>
                  <a:pt x="355853" y="267716"/>
                </a:lnTo>
                <a:lnTo>
                  <a:pt x="356362" y="268985"/>
                </a:lnTo>
                <a:lnTo>
                  <a:pt x="358394" y="271018"/>
                </a:lnTo>
                <a:lnTo>
                  <a:pt x="360045" y="271906"/>
                </a:lnTo>
                <a:lnTo>
                  <a:pt x="362458" y="272542"/>
                </a:lnTo>
                <a:lnTo>
                  <a:pt x="364871" y="273303"/>
                </a:lnTo>
                <a:lnTo>
                  <a:pt x="368046" y="273811"/>
                </a:lnTo>
                <a:lnTo>
                  <a:pt x="372110" y="274193"/>
                </a:lnTo>
                <a:lnTo>
                  <a:pt x="376047" y="274447"/>
                </a:lnTo>
                <a:lnTo>
                  <a:pt x="381126" y="274700"/>
                </a:lnTo>
                <a:lnTo>
                  <a:pt x="393446" y="274700"/>
                </a:lnTo>
                <a:lnTo>
                  <a:pt x="412115" y="272542"/>
                </a:lnTo>
                <a:lnTo>
                  <a:pt x="414527" y="271906"/>
                </a:lnTo>
                <a:lnTo>
                  <a:pt x="416178" y="271018"/>
                </a:lnTo>
                <a:lnTo>
                  <a:pt x="418211" y="268985"/>
                </a:lnTo>
                <a:lnTo>
                  <a:pt x="418719" y="267716"/>
                </a:lnTo>
                <a:lnTo>
                  <a:pt x="418719" y="143255"/>
                </a:lnTo>
                <a:lnTo>
                  <a:pt x="425241" y="136709"/>
                </a:lnTo>
                <a:lnTo>
                  <a:pt x="460248" y="114807"/>
                </a:lnTo>
                <a:lnTo>
                  <a:pt x="562944" y="114807"/>
                </a:lnTo>
                <a:lnTo>
                  <a:pt x="561449" y="110547"/>
                </a:lnTo>
                <a:lnTo>
                  <a:pt x="558339" y="104060"/>
                </a:lnTo>
                <a:lnTo>
                  <a:pt x="557429" y="102616"/>
                </a:lnTo>
                <a:lnTo>
                  <a:pt x="409448" y="102616"/>
                </a:lnTo>
                <a:lnTo>
                  <a:pt x="409448" y="79755"/>
                </a:lnTo>
                <a:lnTo>
                  <a:pt x="409186" y="78972"/>
                </a:lnTo>
                <a:lnTo>
                  <a:pt x="409067" y="78612"/>
                </a:lnTo>
                <a:lnTo>
                  <a:pt x="408177" y="77597"/>
                </a:lnTo>
                <a:lnTo>
                  <a:pt x="399415" y="73786"/>
                </a:lnTo>
                <a:lnTo>
                  <a:pt x="392557" y="73025"/>
                </a:lnTo>
                <a:close/>
              </a:path>
              <a:path w="835659" h="278765">
                <a:moveTo>
                  <a:pt x="562944" y="114807"/>
                </a:moveTo>
                <a:lnTo>
                  <a:pt x="474599" y="114807"/>
                </a:lnTo>
                <a:lnTo>
                  <a:pt x="480060" y="115824"/>
                </a:lnTo>
                <a:lnTo>
                  <a:pt x="484759" y="117855"/>
                </a:lnTo>
                <a:lnTo>
                  <a:pt x="505587" y="151637"/>
                </a:lnTo>
                <a:lnTo>
                  <a:pt x="505587" y="267716"/>
                </a:lnTo>
                <a:lnTo>
                  <a:pt x="506095" y="268985"/>
                </a:lnTo>
                <a:lnTo>
                  <a:pt x="508126" y="271018"/>
                </a:lnTo>
                <a:lnTo>
                  <a:pt x="509777" y="271906"/>
                </a:lnTo>
                <a:lnTo>
                  <a:pt x="512064" y="272542"/>
                </a:lnTo>
                <a:lnTo>
                  <a:pt x="514350" y="273303"/>
                </a:lnTo>
                <a:lnTo>
                  <a:pt x="517651" y="273811"/>
                </a:lnTo>
                <a:lnTo>
                  <a:pt x="521716" y="274193"/>
                </a:lnTo>
                <a:lnTo>
                  <a:pt x="525780" y="274447"/>
                </a:lnTo>
                <a:lnTo>
                  <a:pt x="530860" y="274700"/>
                </a:lnTo>
                <a:lnTo>
                  <a:pt x="542925" y="274700"/>
                </a:lnTo>
                <a:lnTo>
                  <a:pt x="561721" y="272542"/>
                </a:lnTo>
                <a:lnTo>
                  <a:pt x="564007" y="271906"/>
                </a:lnTo>
                <a:lnTo>
                  <a:pt x="565658" y="271018"/>
                </a:lnTo>
                <a:lnTo>
                  <a:pt x="567690" y="268985"/>
                </a:lnTo>
                <a:lnTo>
                  <a:pt x="568198" y="267716"/>
                </a:lnTo>
                <a:lnTo>
                  <a:pt x="568186" y="151637"/>
                </a:lnTo>
                <a:lnTo>
                  <a:pt x="563880" y="117475"/>
                </a:lnTo>
                <a:lnTo>
                  <a:pt x="562944" y="114807"/>
                </a:lnTo>
                <a:close/>
              </a:path>
              <a:path w="835659" h="278765">
                <a:moveTo>
                  <a:pt x="486664" y="69342"/>
                </a:moveTo>
                <a:lnTo>
                  <a:pt x="446913" y="77597"/>
                </a:lnTo>
                <a:lnTo>
                  <a:pt x="409448" y="102616"/>
                </a:lnTo>
                <a:lnTo>
                  <a:pt x="557429" y="102616"/>
                </a:lnTo>
                <a:lnTo>
                  <a:pt x="525167" y="75692"/>
                </a:lnTo>
                <a:lnTo>
                  <a:pt x="486664" y="69342"/>
                </a:lnTo>
                <a:close/>
              </a:path>
              <a:path w="835659" h="278765">
                <a:moveTo>
                  <a:pt x="730631" y="69342"/>
                </a:moveTo>
                <a:lnTo>
                  <a:pt x="683133" y="76580"/>
                </a:lnTo>
                <a:lnTo>
                  <a:pt x="647446" y="97662"/>
                </a:lnTo>
                <a:lnTo>
                  <a:pt x="624967" y="131318"/>
                </a:lnTo>
                <a:lnTo>
                  <a:pt x="621647" y="141271"/>
                </a:lnTo>
                <a:lnTo>
                  <a:pt x="621559" y="141533"/>
                </a:lnTo>
                <a:lnTo>
                  <a:pt x="619140" y="152368"/>
                </a:lnTo>
                <a:lnTo>
                  <a:pt x="617698" y="163822"/>
                </a:lnTo>
                <a:lnTo>
                  <a:pt x="617265" y="174751"/>
                </a:lnTo>
                <a:lnTo>
                  <a:pt x="617220" y="175895"/>
                </a:lnTo>
                <a:lnTo>
                  <a:pt x="617348" y="179450"/>
                </a:lnTo>
                <a:lnTo>
                  <a:pt x="617459" y="182499"/>
                </a:lnTo>
                <a:lnTo>
                  <a:pt x="617569" y="185547"/>
                </a:lnTo>
                <a:lnTo>
                  <a:pt x="628757" y="230322"/>
                </a:lnTo>
                <a:lnTo>
                  <a:pt x="654841" y="259014"/>
                </a:lnTo>
                <a:lnTo>
                  <a:pt x="695747" y="274720"/>
                </a:lnTo>
                <a:lnTo>
                  <a:pt x="736092" y="278256"/>
                </a:lnTo>
                <a:lnTo>
                  <a:pt x="741492" y="278256"/>
                </a:lnTo>
                <a:lnTo>
                  <a:pt x="750640" y="277856"/>
                </a:lnTo>
                <a:lnTo>
                  <a:pt x="751187" y="277856"/>
                </a:lnTo>
                <a:lnTo>
                  <a:pt x="792607" y="272287"/>
                </a:lnTo>
                <a:lnTo>
                  <a:pt x="823976" y="256667"/>
                </a:lnTo>
                <a:lnTo>
                  <a:pt x="824357" y="255143"/>
                </a:lnTo>
                <a:lnTo>
                  <a:pt x="824611" y="253237"/>
                </a:lnTo>
                <a:lnTo>
                  <a:pt x="824738" y="251078"/>
                </a:lnTo>
                <a:lnTo>
                  <a:pt x="824992" y="248920"/>
                </a:lnTo>
                <a:lnTo>
                  <a:pt x="824883" y="238728"/>
                </a:lnTo>
                <a:lnTo>
                  <a:pt x="736030" y="238728"/>
                </a:lnTo>
                <a:lnTo>
                  <a:pt x="726757" y="237886"/>
                </a:lnTo>
                <a:lnTo>
                  <a:pt x="690245" y="220472"/>
                </a:lnTo>
                <a:lnTo>
                  <a:pt x="680974" y="194945"/>
                </a:lnTo>
                <a:lnTo>
                  <a:pt x="680974" y="187071"/>
                </a:lnTo>
                <a:lnTo>
                  <a:pt x="822325" y="187071"/>
                </a:lnTo>
                <a:lnTo>
                  <a:pt x="827024" y="185547"/>
                </a:lnTo>
                <a:lnTo>
                  <a:pt x="830326" y="182499"/>
                </a:lnTo>
                <a:lnTo>
                  <a:pt x="833755" y="179450"/>
                </a:lnTo>
                <a:lnTo>
                  <a:pt x="835533" y="174751"/>
                </a:lnTo>
                <a:lnTo>
                  <a:pt x="835533" y="160020"/>
                </a:lnTo>
                <a:lnTo>
                  <a:pt x="835270" y="153416"/>
                </a:lnTo>
                <a:lnTo>
                  <a:pt x="680974" y="153416"/>
                </a:lnTo>
                <a:lnTo>
                  <a:pt x="681355" y="146939"/>
                </a:lnTo>
                <a:lnTo>
                  <a:pt x="682368" y="141533"/>
                </a:lnTo>
                <a:lnTo>
                  <a:pt x="682417" y="141271"/>
                </a:lnTo>
                <a:lnTo>
                  <a:pt x="682498" y="140843"/>
                </a:lnTo>
                <a:lnTo>
                  <a:pt x="684657" y="135000"/>
                </a:lnTo>
                <a:lnTo>
                  <a:pt x="686689" y="129285"/>
                </a:lnTo>
                <a:lnTo>
                  <a:pt x="689737" y="124332"/>
                </a:lnTo>
                <a:lnTo>
                  <a:pt x="721106" y="106299"/>
                </a:lnTo>
                <a:lnTo>
                  <a:pt x="820234" y="106299"/>
                </a:lnTo>
                <a:lnTo>
                  <a:pt x="816723" y="101556"/>
                </a:lnTo>
                <a:lnTo>
                  <a:pt x="778256" y="76200"/>
                </a:lnTo>
                <a:lnTo>
                  <a:pt x="756950" y="71151"/>
                </a:lnTo>
                <a:lnTo>
                  <a:pt x="757362" y="71151"/>
                </a:lnTo>
                <a:lnTo>
                  <a:pt x="744267" y="69794"/>
                </a:lnTo>
                <a:lnTo>
                  <a:pt x="744782" y="69794"/>
                </a:lnTo>
                <a:lnTo>
                  <a:pt x="730631" y="69342"/>
                </a:lnTo>
                <a:close/>
              </a:path>
              <a:path w="835659" h="278765">
                <a:moveTo>
                  <a:pt x="818515" y="226059"/>
                </a:moveTo>
                <a:lnTo>
                  <a:pt x="814577" y="226059"/>
                </a:lnTo>
                <a:lnTo>
                  <a:pt x="811276" y="226695"/>
                </a:lnTo>
                <a:lnTo>
                  <a:pt x="806945" y="228219"/>
                </a:lnTo>
                <a:lnTo>
                  <a:pt x="803401" y="229361"/>
                </a:lnTo>
                <a:lnTo>
                  <a:pt x="798322" y="230885"/>
                </a:lnTo>
                <a:lnTo>
                  <a:pt x="792226" y="232409"/>
                </a:lnTo>
                <a:lnTo>
                  <a:pt x="786257" y="234060"/>
                </a:lnTo>
                <a:lnTo>
                  <a:pt x="747961" y="238728"/>
                </a:lnTo>
                <a:lnTo>
                  <a:pt x="824883" y="238728"/>
                </a:lnTo>
                <a:lnTo>
                  <a:pt x="824842" y="236777"/>
                </a:lnTo>
                <a:lnTo>
                  <a:pt x="824695" y="235457"/>
                </a:lnTo>
                <a:lnTo>
                  <a:pt x="824667" y="235203"/>
                </a:lnTo>
                <a:lnTo>
                  <a:pt x="824540" y="234060"/>
                </a:lnTo>
                <a:lnTo>
                  <a:pt x="824413" y="232918"/>
                </a:lnTo>
                <a:lnTo>
                  <a:pt x="824357" y="232409"/>
                </a:lnTo>
                <a:lnTo>
                  <a:pt x="824030" y="230885"/>
                </a:lnTo>
                <a:lnTo>
                  <a:pt x="823976" y="230631"/>
                </a:lnTo>
                <a:lnTo>
                  <a:pt x="823404" y="229489"/>
                </a:lnTo>
                <a:lnTo>
                  <a:pt x="823341" y="229361"/>
                </a:lnTo>
                <a:lnTo>
                  <a:pt x="822578" y="228219"/>
                </a:lnTo>
                <a:lnTo>
                  <a:pt x="821817" y="227329"/>
                </a:lnTo>
                <a:lnTo>
                  <a:pt x="819785" y="226314"/>
                </a:lnTo>
                <a:lnTo>
                  <a:pt x="818515" y="226059"/>
                </a:lnTo>
                <a:close/>
              </a:path>
              <a:path w="835659" h="278765">
                <a:moveTo>
                  <a:pt x="820234" y="106299"/>
                </a:moveTo>
                <a:lnTo>
                  <a:pt x="729107" y="106299"/>
                </a:lnTo>
                <a:lnTo>
                  <a:pt x="740156" y="107084"/>
                </a:lnTo>
                <a:lnTo>
                  <a:pt x="749681" y="109442"/>
                </a:lnTo>
                <a:lnTo>
                  <a:pt x="774320" y="143035"/>
                </a:lnTo>
                <a:lnTo>
                  <a:pt x="774592" y="150473"/>
                </a:lnTo>
                <a:lnTo>
                  <a:pt x="774700" y="153416"/>
                </a:lnTo>
                <a:lnTo>
                  <a:pt x="835270" y="153416"/>
                </a:lnTo>
                <a:lnTo>
                  <a:pt x="835153" y="150473"/>
                </a:lnTo>
                <a:lnTo>
                  <a:pt x="834057" y="141533"/>
                </a:lnTo>
                <a:lnTo>
                  <a:pt x="833934" y="140843"/>
                </a:lnTo>
                <a:lnTo>
                  <a:pt x="832157" y="132427"/>
                </a:lnTo>
                <a:lnTo>
                  <a:pt x="829680" y="124332"/>
                </a:lnTo>
                <a:lnTo>
                  <a:pt x="829564" y="123951"/>
                </a:lnTo>
                <a:lnTo>
                  <a:pt x="826109" y="115931"/>
                </a:lnTo>
                <a:lnTo>
                  <a:pt x="821832" y="108457"/>
                </a:lnTo>
                <a:lnTo>
                  <a:pt x="820234" y="106299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66989" y="924051"/>
            <a:ext cx="1920239" cy="2938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6386" y="1495170"/>
            <a:ext cx="1571889" cy="2744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22607" y="2365454"/>
            <a:ext cx="9776460" cy="4006215"/>
            <a:chOff x="822607" y="2365454"/>
            <a:chExt cx="9776460" cy="4006215"/>
          </a:xfrm>
        </p:grpSpPr>
        <p:sp>
          <p:nvSpPr>
            <p:cNvPr id="13" name="object 13"/>
            <p:cNvSpPr/>
            <p:nvPr/>
          </p:nvSpPr>
          <p:spPr>
            <a:xfrm>
              <a:off x="833323" y="5403849"/>
              <a:ext cx="9754870" cy="956944"/>
            </a:xfrm>
            <a:custGeom>
              <a:avLst/>
              <a:gdLst/>
              <a:ahLst/>
              <a:cxnLst/>
              <a:rect l="l" t="t" r="r" b="b"/>
              <a:pathLst>
                <a:path w="9754870" h="956945">
                  <a:moveTo>
                    <a:pt x="9266732" y="0"/>
                  </a:moveTo>
                  <a:lnTo>
                    <a:pt x="9266732" y="122809"/>
                  </a:lnTo>
                  <a:lnTo>
                    <a:pt x="0" y="122809"/>
                  </a:lnTo>
                  <a:lnTo>
                    <a:pt x="0" y="838835"/>
                  </a:lnTo>
                  <a:lnTo>
                    <a:pt x="9266732" y="838835"/>
                  </a:lnTo>
                  <a:lnTo>
                    <a:pt x="9266732" y="956691"/>
                  </a:lnTo>
                  <a:lnTo>
                    <a:pt x="9754793" y="478409"/>
                  </a:lnTo>
                  <a:lnTo>
                    <a:pt x="9266732" y="0"/>
                  </a:lnTo>
                  <a:close/>
                </a:path>
              </a:pathLst>
            </a:custGeom>
            <a:solidFill>
              <a:srgbClr val="1238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3323" y="5403849"/>
              <a:ext cx="9754870" cy="956944"/>
            </a:xfrm>
            <a:custGeom>
              <a:avLst/>
              <a:gdLst/>
              <a:ahLst/>
              <a:cxnLst/>
              <a:rect l="l" t="t" r="r" b="b"/>
              <a:pathLst>
                <a:path w="9754870" h="956945">
                  <a:moveTo>
                    <a:pt x="9754793" y="478409"/>
                  </a:moveTo>
                  <a:lnTo>
                    <a:pt x="9266732" y="956691"/>
                  </a:lnTo>
                  <a:lnTo>
                    <a:pt x="9266732" y="838835"/>
                  </a:lnTo>
                  <a:lnTo>
                    <a:pt x="0" y="838835"/>
                  </a:lnTo>
                  <a:lnTo>
                    <a:pt x="0" y="122809"/>
                  </a:lnTo>
                  <a:lnTo>
                    <a:pt x="9266732" y="122809"/>
                  </a:lnTo>
                  <a:lnTo>
                    <a:pt x="9266732" y="0"/>
                  </a:lnTo>
                  <a:lnTo>
                    <a:pt x="9754793" y="478409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3323" y="4394326"/>
              <a:ext cx="8834755" cy="956944"/>
            </a:xfrm>
            <a:custGeom>
              <a:avLst/>
              <a:gdLst/>
              <a:ahLst/>
              <a:cxnLst/>
              <a:rect l="l" t="t" r="r" b="b"/>
              <a:pathLst>
                <a:path w="8834755" h="956945">
                  <a:moveTo>
                    <a:pt x="8346109" y="0"/>
                  </a:moveTo>
                  <a:lnTo>
                    <a:pt x="8346109" y="119634"/>
                  </a:lnTo>
                  <a:lnTo>
                    <a:pt x="0" y="119634"/>
                  </a:lnTo>
                  <a:lnTo>
                    <a:pt x="0" y="835660"/>
                  </a:lnTo>
                  <a:lnTo>
                    <a:pt x="8346109" y="835660"/>
                  </a:lnTo>
                  <a:lnTo>
                    <a:pt x="8346109" y="956691"/>
                  </a:lnTo>
                  <a:lnTo>
                    <a:pt x="8834170" y="478282"/>
                  </a:lnTo>
                  <a:lnTo>
                    <a:pt x="8346109" y="0"/>
                  </a:lnTo>
                  <a:close/>
                </a:path>
              </a:pathLst>
            </a:custGeom>
            <a:solidFill>
              <a:srgbClr val="1F2A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3323" y="4394326"/>
              <a:ext cx="8834755" cy="956944"/>
            </a:xfrm>
            <a:custGeom>
              <a:avLst/>
              <a:gdLst/>
              <a:ahLst/>
              <a:cxnLst/>
              <a:rect l="l" t="t" r="r" b="b"/>
              <a:pathLst>
                <a:path w="8834755" h="956945">
                  <a:moveTo>
                    <a:pt x="8834170" y="478282"/>
                  </a:moveTo>
                  <a:lnTo>
                    <a:pt x="8346109" y="956691"/>
                  </a:lnTo>
                  <a:lnTo>
                    <a:pt x="8346109" y="835660"/>
                  </a:lnTo>
                  <a:lnTo>
                    <a:pt x="0" y="835660"/>
                  </a:lnTo>
                  <a:lnTo>
                    <a:pt x="0" y="119634"/>
                  </a:lnTo>
                  <a:lnTo>
                    <a:pt x="8346109" y="119634"/>
                  </a:lnTo>
                  <a:lnTo>
                    <a:pt x="8346109" y="0"/>
                  </a:lnTo>
                  <a:lnTo>
                    <a:pt x="8834170" y="478282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3323" y="3386454"/>
              <a:ext cx="8016240" cy="956944"/>
            </a:xfrm>
            <a:custGeom>
              <a:avLst/>
              <a:gdLst/>
              <a:ahLst/>
              <a:cxnLst/>
              <a:rect l="l" t="t" r="r" b="b"/>
              <a:pathLst>
                <a:path w="8016240" h="956945">
                  <a:moveTo>
                    <a:pt x="7527721" y="0"/>
                  </a:moveTo>
                  <a:lnTo>
                    <a:pt x="7527721" y="122682"/>
                  </a:lnTo>
                  <a:lnTo>
                    <a:pt x="0" y="122682"/>
                  </a:lnTo>
                  <a:lnTo>
                    <a:pt x="0" y="838708"/>
                  </a:lnTo>
                  <a:lnTo>
                    <a:pt x="7527721" y="838708"/>
                  </a:lnTo>
                  <a:lnTo>
                    <a:pt x="7527721" y="956691"/>
                  </a:lnTo>
                  <a:lnTo>
                    <a:pt x="8015782" y="478282"/>
                  </a:lnTo>
                  <a:lnTo>
                    <a:pt x="7527721" y="0"/>
                  </a:lnTo>
                  <a:close/>
                </a:path>
              </a:pathLst>
            </a:custGeom>
            <a:solidFill>
              <a:srgbClr val="F9C4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3323" y="3386454"/>
              <a:ext cx="8016240" cy="956944"/>
            </a:xfrm>
            <a:custGeom>
              <a:avLst/>
              <a:gdLst/>
              <a:ahLst/>
              <a:cxnLst/>
              <a:rect l="l" t="t" r="r" b="b"/>
              <a:pathLst>
                <a:path w="8016240" h="956945">
                  <a:moveTo>
                    <a:pt x="8015782" y="478282"/>
                  </a:moveTo>
                  <a:lnTo>
                    <a:pt x="7527721" y="956691"/>
                  </a:lnTo>
                  <a:lnTo>
                    <a:pt x="7527721" y="838708"/>
                  </a:lnTo>
                  <a:lnTo>
                    <a:pt x="0" y="838708"/>
                  </a:lnTo>
                  <a:lnTo>
                    <a:pt x="0" y="122682"/>
                  </a:lnTo>
                  <a:lnTo>
                    <a:pt x="7527721" y="122682"/>
                  </a:lnTo>
                  <a:lnTo>
                    <a:pt x="7527721" y="0"/>
                  </a:lnTo>
                  <a:lnTo>
                    <a:pt x="8015782" y="478282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3335" y="2376169"/>
              <a:ext cx="7187565" cy="956944"/>
            </a:xfrm>
            <a:custGeom>
              <a:avLst/>
              <a:gdLst/>
              <a:ahLst/>
              <a:cxnLst/>
              <a:rect l="l" t="t" r="r" b="b"/>
              <a:pathLst>
                <a:path w="7187565" h="956945">
                  <a:moveTo>
                    <a:pt x="6699161" y="0"/>
                  </a:moveTo>
                  <a:lnTo>
                    <a:pt x="6699161" y="120395"/>
                  </a:lnTo>
                  <a:lnTo>
                    <a:pt x="0" y="120395"/>
                  </a:lnTo>
                  <a:lnTo>
                    <a:pt x="0" y="836294"/>
                  </a:lnTo>
                  <a:lnTo>
                    <a:pt x="6699161" y="836294"/>
                  </a:lnTo>
                  <a:lnTo>
                    <a:pt x="6699161" y="956690"/>
                  </a:lnTo>
                  <a:lnTo>
                    <a:pt x="7187222" y="478281"/>
                  </a:lnTo>
                  <a:lnTo>
                    <a:pt x="6699161" y="0"/>
                  </a:lnTo>
                  <a:close/>
                </a:path>
              </a:pathLst>
            </a:custGeom>
            <a:solidFill>
              <a:srgbClr val="619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3335" y="2376169"/>
              <a:ext cx="7187565" cy="956944"/>
            </a:xfrm>
            <a:custGeom>
              <a:avLst/>
              <a:gdLst/>
              <a:ahLst/>
              <a:cxnLst/>
              <a:rect l="l" t="t" r="r" b="b"/>
              <a:pathLst>
                <a:path w="7187565" h="956945">
                  <a:moveTo>
                    <a:pt x="7187222" y="478281"/>
                  </a:moveTo>
                  <a:lnTo>
                    <a:pt x="6699161" y="956690"/>
                  </a:lnTo>
                  <a:lnTo>
                    <a:pt x="6699161" y="836294"/>
                  </a:lnTo>
                  <a:lnTo>
                    <a:pt x="0" y="836294"/>
                  </a:lnTo>
                  <a:lnTo>
                    <a:pt x="0" y="120395"/>
                  </a:lnTo>
                  <a:lnTo>
                    <a:pt x="6699161" y="120395"/>
                  </a:lnTo>
                  <a:lnTo>
                    <a:pt x="6699161" y="0"/>
                  </a:lnTo>
                  <a:lnTo>
                    <a:pt x="7187222" y="478281"/>
                  </a:lnTo>
                  <a:close/>
                </a:path>
              </a:pathLst>
            </a:custGeom>
            <a:ln w="21431">
              <a:solidFill>
                <a:srgbClr val="002A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9595" y="5787898"/>
              <a:ext cx="763651" cy="1475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8463" y="5781293"/>
              <a:ext cx="775081" cy="1541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0070" y="4764150"/>
              <a:ext cx="1083183" cy="19583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4609" y="3762882"/>
              <a:ext cx="949960" cy="19583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39595" y="2759709"/>
              <a:ext cx="563245" cy="186055"/>
            </a:xfrm>
            <a:custGeom>
              <a:avLst/>
              <a:gdLst/>
              <a:ahLst/>
              <a:cxnLst/>
              <a:rect l="l" t="t" r="r" b="b"/>
              <a:pathLst>
                <a:path w="563244" h="186055">
                  <a:moveTo>
                    <a:pt x="23240" y="0"/>
                  </a:moveTo>
                  <a:lnTo>
                    <a:pt x="11048" y="0"/>
                  </a:lnTo>
                  <a:lnTo>
                    <a:pt x="6731" y="508"/>
                  </a:lnTo>
                  <a:lnTo>
                    <a:pt x="4953" y="762"/>
                  </a:lnTo>
                  <a:lnTo>
                    <a:pt x="3682" y="1142"/>
                  </a:lnTo>
                  <a:lnTo>
                    <a:pt x="2285" y="1524"/>
                  </a:lnTo>
                  <a:lnTo>
                    <a:pt x="1396" y="2031"/>
                  </a:lnTo>
                  <a:lnTo>
                    <a:pt x="253" y="3175"/>
                  </a:lnTo>
                  <a:lnTo>
                    <a:pt x="0" y="3810"/>
                  </a:lnTo>
                  <a:lnTo>
                    <a:pt x="0" y="141731"/>
                  </a:lnTo>
                  <a:lnTo>
                    <a:pt x="8890" y="145414"/>
                  </a:lnTo>
                  <a:lnTo>
                    <a:pt x="25400" y="145414"/>
                  </a:lnTo>
                  <a:lnTo>
                    <a:pt x="27559" y="145161"/>
                  </a:lnTo>
                  <a:lnTo>
                    <a:pt x="29209" y="144906"/>
                  </a:lnTo>
                  <a:lnTo>
                    <a:pt x="30479" y="144525"/>
                  </a:lnTo>
                  <a:lnTo>
                    <a:pt x="31876" y="144144"/>
                  </a:lnTo>
                  <a:lnTo>
                    <a:pt x="32765" y="143637"/>
                  </a:lnTo>
                  <a:lnTo>
                    <a:pt x="33273" y="143001"/>
                  </a:lnTo>
                  <a:lnTo>
                    <a:pt x="33909" y="142366"/>
                  </a:lnTo>
                  <a:lnTo>
                    <a:pt x="34162" y="141731"/>
                  </a:lnTo>
                  <a:lnTo>
                    <a:pt x="34162" y="3810"/>
                  </a:lnTo>
                  <a:lnTo>
                    <a:pt x="33909" y="3175"/>
                  </a:lnTo>
                  <a:lnTo>
                    <a:pt x="33273" y="2666"/>
                  </a:lnTo>
                  <a:lnTo>
                    <a:pt x="32765" y="2031"/>
                  </a:lnTo>
                  <a:lnTo>
                    <a:pt x="31876" y="1524"/>
                  </a:lnTo>
                  <a:lnTo>
                    <a:pt x="30479" y="1142"/>
                  </a:lnTo>
                  <a:lnTo>
                    <a:pt x="29209" y="762"/>
                  </a:lnTo>
                  <a:lnTo>
                    <a:pt x="27559" y="508"/>
                  </a:lnTo>
                  <a:lnTo>
                    <a:pt x="23240" y="0"/>
                  </a:lnTo>
                  <a:close/>
                </a:path>
                <a:path w="563244" h="186055">
                  <a:moveTo>
                    <a:pt x="92328" y="145414"/>
                  </a:moveTo>
                  <a:lnTo>
                    <a:pt x="76581" y="145414"/>
                  </a:lnTo>
                  <a:lnTo>
                    <a:pt x="78612" y="145668"/>
                  </a:lnTo>
                  <a:lnTo>
                    <a:pt x="90297" y="145668"/>
                  </a:lnTo>
                  <a:lnTo>
                    <a:pt x="92328" y="145414"/>
                  </a:lnTo>
                  <a:close/>
                </a:path>
                <a:path w="563244" h="186055">
                  <a:moveTo>
                    <a:pt x="170053" y="145414"/>
                  </a:moveTo>
                  <a:lnTo>
                    <a:pt x="154304" y="145414"/>
                  </a:lnTo>
                  <a:lnTo>
                    <a:pt x="156463" y="145668"/>
                  </a:lnTo>
                  <a:lnTo>
                    <a:pt x="168020" y="145668"/>
                  </a:lnTo>
                  <a:lnTo>
                    <a:pt x="170053" y="145414"/>
                  </a:lnTo>
                  <a:close/>
                </a:path>
                <a:path w="563244" h="186055">
                  <a:moveTo>
                    <a:pt x="89026" y="37464"/>
                  </a:moveTo>
                  <a:lnTo>
                    <a:pt x="75437" y="37464"/>
                  </a:lnTo>
                  <a:lnTo>
                    <a:pt x="73659" y="37718"/>
                  </a:lnTo>
                  <a:lnTo>
                    <a:pt x="72262" y="37973"/>
                  </a:lnTo>
                  <a:lnTo>
                    <a:pt x="69976" y="38735"/>
                  </a:lnTo>
                  <a:lnTo>
                    <a:pt x="69215" y="39115"/>
                  </a:lnTo>
                  <a:lnTo>
                    <a:pt x="68834" y="39750"/>
                  </a:lnTo>
                  <a:lnTo>
                    <a:pt x="68325" y="40259"/>
                  </a:lnTo>
                  <a:lnTo>
                    <a:pt x="68072" y="40893"/>
                  </a:lnTo>
                  <a:lnTo>
                    <a:pt x="68072" y="141986"/>
                  </a:lnTo>
                  <a:lnTo>
                    <a:pt x="68325" y="142621"/>
                  </a:lnTo>
                  <a:lnTo>
                    <a:pt x="68960" y="143128"/>
                  </a:lnTo>
                  <a:lnTo>
                    <a:pt x="69468" y="143763"/>
                  </a:lnTo>
                  <a:lnTo>
                    <a:pt x="70357" y="144272"/>
                  </a:lnTo>
                  <a:lnTo>
                    <a:pt x="71500" y="144525"/>
                  </a:lnTo>
                  <a:lnTo>
                    <a:pt x="72770" y="144906"/>
                  </a:lnTo>
                  <a:lnTo>
                    <a:pt x="74972" y="145414"/>
                  </a:lnTo>
                  <a:lnTo>
                    <a:pt x="93768" y="145414"/>
                  </a:lnTo>
                  <a:lnTo>
                    <a:pt x="96138" y="144906"/>
                  </a:lnTo>
                  <a:lnTo>
                    <a:pt x="97281" y="144525"/>
                  </a:lnTo>
                  <a:lnTo>
                    <a:pt x="98551" y="144272"/>
                  </a:lnTo>
                  <a:lnTo>
                    <a:pt x="99440" y="143763"/>
                  </a:lnTo>
                  <a:lnTo>
                    <a:pt x="99948" y="143128"/>
                  </a:lnTo>
                  <a:lnTo>
                    <a:pt x="100456" y="142621"/>
                  </a:lnTo>
                  <a:lnTo>
                    <a:pt x="100710" y="141986"/>
                  </a:lnTo>
                  <a:lnTo>
                    <a:pt x="100710" y="75056"/>
                  </a:lnTo>
                  <a:lnTo>
                    <a:pt x="105165" y="70230"/>
                  </a:lnTo>
                  <a:lnTo>
                    <a:pt x="109728" y="66293"/>
                  </a:lnTo>
                  <a:lnTo>
                    <a:pt x="113918" y="63626"/>
                  </a:lnTo>
                  <a:lnTo>
                    <a:pt x="117805" y="61340"/>
                  </a:lnTo>
                  <a:lnTo>
                    <a:pt x="117398" y="61340"/>
                  </a:lnTo>
                  <a:lnTo>
                    <a:pt x="122428" y="59816"/>
                  </a:lnTo>
                  <a:lnTo>
                    <a:pt x="175856" y="59816"/>
                  </a:lnTo>
                  <a:lnTo>
                    <a:pt x="174751" y="56134"/>
                  </a:lnTo>
                  <a:lnTo>
                    <a:pt x="173210" y="53212"/>
                  </a:lnTo>
                  <a:lnTo>
                    <a:pt x="96012" y="53212"/>
                  </a:lnTo>
                  <a:lnTo>
                    <a:pt x="96012" y="40893"/>
                  </a:lnTo>
                  <a:lnTo>
                    <a:pt x="90804" y="37718"/>
                  </a:lnTo>
                  <a:lnTo>
                    <a:pt x="89026" y="37464"/>
                  </a:lnTo>
                  <a:close/>
                </a:path>
                <a:path w="563244" h="186055">
                  <a:moveTo>
                    <a:pt x="175856" y="59816"/>
                  </a:moveTo>
                  <a:lnTo>
                    <a:pt x="129793" y="59816"/>
                  </a:lnTo>
                  <a:lnTo>
                    <a:pt x="132715" y="60325"/>
                  </a:lnTo>
                  <a:lnTo>
                    <a:pt x="135128" y="61340"/>
                  </a:lnTo>
                  <a:lnTo>
                    <a:pt x="145922" y="79628"/>
                  </a:lnTo>
                  <a:lnTo>
                    <a:pt x="145922" y="141986"/>
                  </a:lnTo>
                  <a:lnTo>
                    <a:pt x="146176" y="142621"/>
                  </a:lnTo>
                  <a:lnTo>
                    <a:pt x="146684" y="143128"/>
                  </a:lnTo>
                  <a:lnTo>
                    <a:pt x="147192" y="143763"/>
                  </a:lnTo>
                  <a:lnTo>
                    <a:pt x="148081" y="144272"/>
                  </a:lnTo>
                  <a:lnTo>
                    <a:pt x="149351" y="144525"/>
                  </a:lnTo>
                  <a:lnTo>
                    <a:pt x="150494" y="144906"/>
                  </a:lnTo>
                  <a:lnTo>
                    <a:pt x="152696" y="145414"/>
                  </a:lnTo>
                  <a:lnTo>
                    <a:pt x="171661" y="145414"/>
                  </a:lnTo>
                  <a:lnTo>
                    <a:pt x="173862" y="144906"/>
                  </a:lnTo>
                  <a:lnTo>
                    <a:pt x="175132" y="144525"/>
                  </a:lnTo>
                  <a:lnTo>
                    <a:pt x="176275" y="144272"/>
                  </a:lnTo>
                  <a:lnTo>
                    <a:pt x="177165" y="143763"/>
                  </a:lnTo>
                  <a:lnTo>
                    <a:pt x="177672" y="143128"/>
                  </a:lnTo>
                  <a:lnTo>
                    <a:pt x="178181" y="142621"/>
                  </a:lnTo>
                  <a:lnTo>
                    <a:pt x="178434" y="141986"/>
                  </a:lnTo>
                  <a:lnTo>
                    <a:pt x="178434" y="72516"/>
                  </a:lnTo>
                  <a:lnTo>
                    <a:pt x="177672" y="66293"/>
                  </a:lnTo>
                  <a:lnTo>
                    <a:pt x="176310" y="61340"/>
                  </a:lnTo>
                  <a:lnTo>
                    <a:pt x="175856" y="59816"/>
                  </a:lnTo>
                  <a:close/>
                </a:path>
                <a:path w="563244" h="186055">
                  <a:moveTo>
                    <a:pt x="144017" y="35305"/>
                  </a:moveTo>
                  <a:lnTo>
                    <a:pt x="128904" y="35305"/>
                  </a:lnTo>
                  <a:lnTo>
                    <a:pt x="122047" y="36829"/>
                  </a:lnTo>
                  <a:lnTo>
                    <a:pt x="115442" y="39750"/>
                  </a:lnTo>
                  <a:lnTo>
                    <a:pt x="108838" y="42799"/>
                  </a:lnTo>
                  <a:lnTo>
                    <a:pt x="102362" y="47243"/>
                  </a:lnTo>
                  <a:lnTo>
                    <a:pt x="96012" y="53212"/>
                  </a:lnTo>
                  <a:lnTo>
                    <a:pt x="173210" y="53212"/>
                  </a:lnTo>
                  <a:lnTo>
                    <a:pt x="144017" y="35305"/>
                  </a:lnTo>
                  <a:close/>
                </a:path>
                <a:path w="563244" h="186055">
                  <a:moveTo>
                    <a:pt x="234060" y="185165"/>
                  </a:moveTo>
                  <a:lnTo>
                    <a:pt x="218312" y="185165"/>
                  </a:lnTo>
                  <a:lnTo>
                    <a:pt x="220344" y="185419"/>
                  </a:lnTo>
                  <a:lnTo>
                    <a:pt x="223012" y="185547"/>
                  </a:lnTo>
                  <a:lnTo>
                    <a:pt x="229362" y="185547"/>
                  </a:lnTo>
                  <a:lnTo>
                    <a:pt x="232028" y="185419"/>
                  </a:lnTo>
                  <a:lnTo>
                    <a:pt x="234060" y="185165"/>
                  </a:lnTo>
                  <a:close/>
                </a:path>
                <a:path w="563244" h="186055">
                  <a:moveTo>
                    <a:pt x="230250" y="37464"/>
                  </a:moveTo>
                  <a:lnTo>
                    <a:pt x="217042" y="37464"/>
                  </a:lnTo>
                  <a:lnTo>
                    <a:pt x="215265" y="37718"/>
                  </a:lnTo>
                  <a:lnTo>
                    <a:pt x="210439" y="39877"/>
                  </a:lnTo>
                  <a:lnTo>
                    <a:pt x="210057" y="40259"/>
                  </a:lnTo>
                  <a:lnTo>
                    <a:pt x="209803" y="40893"/>
                  </a:lnTo>
                  <a:lnTo>
                    <a:pt x="209803" y="181483"/>
                  </a:lnTo>
                  <a:lnTo>
                    <a:pt x="210057" y="182117"/>
                  </a:lnTo>
                  <a:lnTo>
                    <a:pt x="210692" y="182752"/>
                  </a:lnTo>
                  <a:lnTo>
                    <a:pt x="211200" y="183387"/>
                  </a:lnTo>
                  <a:lnTo>
                    <a:pt x="212090" y="183896"/>
                  </a:lnTo>
                  <a:lnTo>
                    <a:pt x="213232" y="184276"/>
                  </a:lnTo>
                  <a:lnTo>
                    <a:pt x="214503" y="184658"/>
                  </a:lnTo>
                  <a:lnTo>
                    <a:pt x="216704" y="185165"/>
                  </a:lnTo>
                  <a:lnTo>
                    <a:pt x="235500" y="185165"/>
                  </a:lnTo>
                  <a:lnTo>
                    <a:pt x="237870" y="184658"/>
                  </a:lnTo>
                  <a:lnTo>
                    <a:pt x="239013" y="184276"/>
                  </a:lnTo>
                  <a:lnTo>
                    <a:pt x="240284" y="183896"/>
                  </a:lnTo>
                  <a:lnTo>
                    <a:pt x="241172" y="183387"/>
                  </a:lnTo>
                  <a:lnTo>
                    <a:pt x="242188" y="182117"/>
                  </a:lnTo>
                  <a:lnTo>
                    <a:pt x="242442" y="181483"/>
                  </a:lnTo>
                  <a:lnTo>
                    <a:pt x="242442" y="133858"/>
                  </a:lnTo>
                  <a:lnTo>
                    <a:pt x="311677" y="133858"/>
                  </a:lnTo>
                  <a:lnTo>
                    <a:pt x="317372" y="127126"/>
                  </a:lnTo>
                  <a:lnTo>
                    <a:pt x="319230" y="123698"/>
                  </a:lnTo>
                  <a:lnTo>
                    <a:pt x="264032" y="123698"/>
                  </a:lnTo>
                  <a:lnTo>
                    <a:pt x="259715" y="122300"/>
                  </a:lnTo>
                  <a:lnTo>
                    <a:pt x="255523" y="119634"/>
                  </a:lnTo>
                  <a:lnTo>
                    <a:pt x="251459" y="116966"/>
                  </a:lnTo>
                  <a:lnTo>
                    <a:pt x="247015" y="113029"/>
                  </a:lnTo>
                  <a:lnTo>
                    <a:pt x="242442" y="108076"/>
                  </a:lnTo>
                  <a:lnTo>
                    <a:pt x="242442" y="75437"/>
                  </a:lnTo>
                  <a:lnTo>
                    <a:pt x="263144" y="60198"/>
                  </a:lnTo>
                  <a:lnTo>
                    <a:pt x="265303" y="59562"/>
                  </a:lnTo>
                  <a:lnTo>
                    <a:pt x="267334" y="59309"/>
                  </a:lnTo>
                  <a:lnTo>
                    <a:pt x="320421" y="59309"/>
                  </a:lnTo>
                  <a:lnTo>
                    <a:pt x="319023" y="56387"/>
                  </a:lnTo>
                  <a:lnTo>
                    <a:pt x="316757" y="53339"/>
                  </a:lnTo>
                  <a:lnTo>
                    <a:pt x="237490" y="53339"/>
                  </a:lnTo>
                  <a:lnTo>
                    <a:pt x="237490" y="40893"/>
                  </a:lnTo>
                  <a:lnTo>
                    <a:pt x="232028" y="37718"/>
                  </a:lnTo>
                  <a:lnTo>
                    <a:pt x="230250" y="37464"/>
                  </a:lnTo>
                  <a:close/>
                </a:path>
                <a:path w="563244" h="186055">
                  <a:moveTo>
                    <a:pt x="311677" y="133858"/>
                  </a:moveTo>
                  <a:lnTo>
                    <a:pt x="242442" y="133858"/>
                  </a:lnTo>
                  <a:lnTo>
                    <a:pt x="245237" y="136143"/>
                  </a:lnTo>
                  <a:lnTo>
                    <a:pt x="264032" y="146303"/>
                  </a:lnTo>
                  <a:lnTo>
                    <a:pt x="264236" y="146303"/>
                  </a:lnTo>
                  <a:lnTo>
                    <a:pt x="266572" y="146812"/>
                  </a:lnTo>
                  <a:lnTo>
                    <a:pt x="269366" y="147319"/>
                  </a:lnTo>
                  <a:lnTo>
                    <a:pt x="272415" y="147574"/>
                  </a:lnTo>
                  <a:lnTo>
                    <a:pt x="283844" y="147574"/>
                  </a:lnTo>
                  <a:lnTo>
                    <a:pt x="291084" y="146303"/>
                  </a:lnTo>
                  <a:lnTo>
                    <a:pt x="297434" y="143637"/>
                  </a:lnTo>
                  <a:lnTo>
                    <a:pt x="303656" y="140842"/>
                  </a:lnTo>
                  <a:lnTo>
                    <a:pt x="308991" y="137033"/>
                  </a:lnTo>
                  <a:lnTo>
                    <a:pt x="311677" y="133858"/>
                  </a:lnTo>
                  <a:close/>
                </a:path>
                <a:path w="563244" h="186055">
                  <a:moveTo>
                    <a:pt x="320421" y="59309"/>
                  </a:moveTo>
                  <a:lnTo>
                    <a:pt x="273812" y="59309"/>
                  </a:lnTo>
                  <a:lnTo>
                    <a:pt x="277494" y="60198"/>
                  </a:lnTo>
                  <a:lnTo>
                    <a:pt x="280615" y="62229"/>
                  </a:lnTo>
                  <a:lnTo>
                    <a:pt x="292227" y="87756"/>
                  </a:lnTo>
                  <a:lnTo>
                    <a:pt x="292227" y="95758"/>
                  </a:lnTo>
                  <a:lnTo>
                    <a:pt x="291820" y="98805"/>
                  </a:lnTo>
                  <a:lnTo>
                    <a:pt x="291718" y="99567"/>
                  </a:lnTo>
                  <a:lnTo>
                    <a:pt x="290029" y="106806"/>
                  </a:lnTo>
                  <a:lnTo>
                    <a:pt x="289941" y="107187"/>
                  </a:lnTo>
                  <a:lnTo>
                    <a:pt x="279078" y="121030"/>
                  </a:lnTo>
                  <a:lnTo>
                    <a:pt x="276351" y="122809"/>
                  </a:lnTo>
                  <a:lnTo>
                    <a:pt x="272795" y="123698"/>
                  </a:lnTo>
                  <a:lnTo>
                    <a:pt x="319230" y="123698"/>
                  </a:lnTo>
                  <a:lnTo>
                    <a:pt x="326135" y="82550"/>
                  </a:lnTo>
                  <a:lnTo>
                    <a:pt x="325310" y="75946"/>
                  </a:lnTo>
                  <a:lnTo>
                    <a:pt x="325247" y="75437"/>
                  </a:lnTo>
                  <a:lnTo>
                    <a:pt x="323596" y="68834"/>
                  </a:lnTo>
                  <a:lnTo>
                    <a:pt x="321817" y="62229"/>
                  </a:lnTo>
                  <a:lnTo>
                    <a:pt x="320542" y="59562"/>
                  </a:lnTo>
                  <a:lnTo>
                    <a:pt x="320421" y="59309"/>
                  </a:lnTo>
                  <a:close/>
                </a:path>
                <a:path w="563244" h="186055">
                  <a:moveTo>
                    <a:pt x="287654" y="35305"/>
                  </a:moveTo>
                  <a:lnTo>
                    <a:pt x="275081" y="35305"/>
                  </a:lnTo>
                  <a:lnTo>
                    <a:pt x="271272" y="35687"/>
                  </a:lnTo>
                  <a:lnTo>
                    <a:pt x="264032" y="37211"/>
                  </a:lnTo>
                  <a:lnTo>
                    <a:pt x="260603" y="38353"/>
                  </a:lnTo>
                  <a:lnTo>
                    <a:pt x="257301" y="39877"/>
                  </a:lnTo>
                  <a:lnTo>
                    <a:pt x="253872" y="41401"/>
                  </a:lnTo>
                  <a:lnTo>
                    <a:pt x="237490" y="53339"/>
                  </a:lnTo>
                  <a:lnTo>
                    <a:pt x="316757" y="53339"/>
                  </a:lnTo>
                  <a:lnTo>
                    <a:pt x="311530" y="46354"/>
                  </a:lnTo>
                  <a:lnTo>
                    <a:pt x="306704" y="42417"/>
                  </a:lnTo>
                  <a:lnTo>
                    <a:pt x="301278" y="39877"/>
                  </a:lnTo>
                  <a:lnTo>
                    <a:pt x="294766" y="36702"/>
                  </a:lnTo>
                  <a:lnTo>
                    <a:pt x="287654" y="35305"/>
                  </a:lnTo>
                  <a:close/>
                </a:path>
                <a:path w="563244" h="186055">
                  <a:moveTo>
                    <a:pt x="375030" y="37464"/>
                  </a:moveTo>
                  <a:lnTo>
                    <a:pt x="359283" y="37464"/>
                  </a:lnTo>
                  <a:lnTo>
                    <a:pt x="357123" y="37718"/>
                  </a:lnTo>
                  <a:lnTo>
                    <a:pt x="351662" y="39750"/>
                  </a:lnTo>
                  <a:lnTo>
                    <a:pt x="351154" y="40259"/>
                  </a:lnTo>
                  <a:lnTo>
                    <a:pt x="350901" y="40893"/>
                  </a:lnTo>
                  <a:lnTo>
                    <a:pt x="350901" y="110236"/>
                  </a:lnTo>
                  <a:lnTo>
                    <a:pt x="373253" y="144272"/>
                  </a:lnTo>
                  <a:lnTo>
                    <a:pt x="385317" y="147574"/>
                  </a:lnTo>
                  <a:lnTo>
                    <a:pt x="400303" y="147574"/>
                  </a:lnTo>
                  <a:lnTo>
                    <a:pt x="407161" y="146050"/>
                  </a:lnTo>
                  <a:lnTo>
                    <a:pt x="420370" y="140208"/>
                  </a:lnTo>
                  <a:lnTo>
                    <a:pt x="426847" y="135636"/>
                  </a:lnTo>
                  <a:lnTo>
                    <a:pt x="433323" y="129793"/>
                  </a:lnTo>
                  <a:lnTo>
                    <a:pt x="461136" y="129793"/>
                  </a:lnTo>
                  <a:lnTo>
                    <a:pt x="461136" y="123189"/>
                  </a:lnTo>
                  <a:lnTo>
                    <a:pt x="399541" y="123189"/>
                  </a:lnTo>
                  <a:lnTo>
                    <a:pt x="396747" y="122554"/>
                  </a:lnTo>
                  <a:lnTo>
                    <a:pt x="385572" y="112902"/>
                  </a:lnTo>
                  <a:lnTo>
                    <a:pt x="385445" y="112649"/>
                  </a:lnTo>
                  <a:lnTo>
                    <a:pt x="384677" y="110236"/>
                  </a:lnTo>
                  <a:lnTo>
                    <a:pt x="384555" y="109854"/>
                  </a:lnTo>
                  <a:lnTo>
                    <a:pt x="383793" y="107061"/>
                  </a:lnTo>
                  <a:lnTo>
                    <a:pt x="383412" y="103124"/>
                  </a:lnTo>
                  <a:lnTo>
                    <a:pt x="383412" y="40893"/>
                  </a:lnTo>
                  <a:lnTo>
                    <a:pt x="383159" y="40259"/>
                  </a:lnTo>
                  <a:lnTo>
                    <a:pt x="382651" y="39750"/>
                  </a:lnTo>
                  <a:lnTo>
                    <a:pt x="382142" y="39115"/>
                  </a:lnTo>
                  <a:lnTo>
                    <a:pt x="381253" y="38735"/>
                  </a:lnTo>
                  <a:lnTo>
                    <a:pt x="378714" y="37973"/>
                  </a:lnTo>
                  <a:lnTo>
                    <a:pt x="377062" y="37718"/>
                  </a:lnTo>
                  <a:lnTo>
                    <a:pt x="375030" y="37464"/>
                  </a:lnTo>
                  <a:close/>
                </a:path>
                <a:path w="563244" h="186055">
                  <a:moveTo>
                    <a:pt x="453897" y="145414"/>
                  </a:moveTo>
                  <a:lnTo>
                    <a:pt x="440309" y="145414"/>
                  </a:lnTo>
                  <a:lnTo>
                    <a:pt x="442086" y="145668"/>
                  </a:lnTo>
                  <a:lnTo>
                    <a:pt x="452120" y="145668"/>
                  </a:lnTo>
                  <a:lnTo>
                    <a:pt x="453897" y="145414"/>
                  </a:lnTo>
                  <a:close/>
                </a:path>
                <a:path w="563244" h="186055">
                  <a:moveTo>
                    <a:pt x="461136" y="129793"/>
                  </a:moveTo>
                  <a:lnTo>
                    <a:pt x="433323" y="129793"/>
                  </a:lnTo>
                  <a:lnTo>
                    <a:pt x="433323" y="141986"/>
                  </a:lnTo>
                  <a:lnTo>
                    <a:pt x="433451" y="142621"/>
                  </a:lnTo>
                  <a:lnTo>
                    <a:pt x="433959" y="143128"/>
                  </a:lnTo>
                  <a:lnTo>
                    <a:pt x="434340" y="143763"/>
                  </a:lnTo>
                  <a:lnTo>
                    <a:pt x="435102" y="144272"/>
                  </a:lnTo>
                  <a:lnTo>
                    <a:pt x="436117" y="144525"/>
                  </a:lnTo>
                  <a:lnTo>
                    <a:pt x="437134" y="144906"/>
                  </a:lnTo>
                  <a:lnTo>
                    <a:pt x="438996" y="145414"/>
                  </a:lnTo>
                  <a:lnTo>
                    <a:pt x="455168" y="145414"/>
                  </a:lnTo>
                  <a:lnTo>
                    <a:pt x="457199" y="144906"/>
                  </a:lnTo>
                  <a:lnTo>
                    <a:pt x="458216" y="144525"/>
                  </a:lnTo>
                  <a:lnTo>
                    <a:pt x="459359" y="144272"/>
                  </a:lnTo>
                  <a:lnTo>
                    <a:pt x="459993" y="143763"/>
                  </a:lnTo>
                  <a:lnTo>
                    <a:pt x="460883" y="142621"/>
                  </a:lnTo>
                  <a:lnTo>
                    <a:pt x="461136" y="141986"/>
                  </a:lnTo>
                  <a:lnTo>
                    <a:pt x="461136" y="129793"/>
                  </a:lnTo>
                  <a:close/>
                </a:path>
                <a:path w="563244" h="186055">
                  <a:moveTo>
                    <a:pt x="452881" y="37464"/>
                  </a:moveTo>
                  <a:lnTo>
                    <a:pt x="437006" y="37464"/>
                  </a:lnTo>
                  <a:lnTo>
                    <a:pt x="434974" y="37718"/>
                  </a:lnTo>
                  <a:lnTo>
                    <a:pt x="433323" y="37973"/>
                  </a:lnTo>
                  <a:lnTo>
                    <a:pt x="430784" y="38735"/>
                  </a:lnTo>
                  <a:lnTo>
                    <a:pt x="429895" y="39115"/>
                  </a:lnTo>
                  <a:lnTo>
                    <a:pt x="429514" y="39750"/>
                  </a:lnTo>
                  <a:lnTo>
                    <a:pt x="429005" y="40259"/>
                  </a:lnTo>
                  <a:lnTo>
                    <a:pt x="428752" y="40893"/>
                  </a:lnTo>
                  <a:lnTo>
                    <a:pt x="428752" y="107823"/>
                  </a:lnTo>
                  <a:lnTo>
                    <a:pt x="424053" y="112902"/>
                  </a:lnTo>
                  <a:lnTo>
                    <a:pt x="419608" y="116586"/>
                  </a:lnTo>
                  <a:lnTo>
                    <a:pt x="415416" y="119252"/>
                  </a:lnTo>
                  <a:lnTo>
                    <a:pt x="411226" y="121792"/>
                  </a:lnTo>
                  <a:lnTo>
                    <a:pt x="407034" y="123189"/>
                  </a:lnTo>
                  <a:lnTo>
                    <a:pt x="461136" y="123189"/>
                  </a:lnTo>
                  <a:lnTo>
                    <a:pt x="461136" y="40893"/>
                  </a:lnTo>
                  <a:lnTo>
                    <a:pt x="460883" y="40259"/>
                  </a:lnTo>
                  <a:lnTo>
                    <a:pt x="460374" y="39750"/>
                  </a:lnTo>
                  <a:lnTo>
                    <a:pt x="459866" y="39115"/>
                  </a:lnTo>
                  <a:lnTo>
                    <a:pt x="458978" y="38735"/>
                  </a:lnTo>
                  <a:lnTo>
                    <a:pt x="457708" y="38353"/>
                  </a:lnTo>
                  <a:lnTo>
                    <a:pt x="456565" y="37973"/>
                  </a:lnTo>
                  <a:lnTo>
                    <a:pt x="454914" y="37718"/>
                  </a:lnTo>
                  <a:lnTo>
                    <a:pt x="452881" y="37464"/>
                  </a:lnTo>
                  <a:close/>
                </a:path>
                <a:path w="563244" h="186055">
                  <a:moveTo>
                    <a:pt x="532891" y="60705"/>
                  </a:moveTo>
                  <a:lnTo>
                    <a:pt x="500379" y="60705"/>
                  </a:lnTo>
                  <a:lnTo>
                    <a:pt x="500379" y="117728"/>
                  </a:lnTo>
                  <a:lnTo>
                    <a:pt x="500887" y="121285"/>
                  </a:lnTo>
                  <a:lnTo>
                    <a:pt x="500924" y="121538"/>
                  </a:lnTo>
                  <a:lnTo>
                    <a:pt x="501051" y="122427"/>
                  </a:lnTo>
                  <a:lnTo>
                    <a:pt x="501141" y="123062"/>
                  </a:lnTo>
                  <a:lnTo>
                    <a:pt x="502705" y="127635"/>
                  </a:lnTo>
                  <a:lnTo>
                    <a:pt x="504062" y="131952"/>
                  </a:lnTo>
                  <a:lnTo>
                    <a:pt x="506348" y="135636"/>
                  </a:lnTo>
                  <a:lnTo>
                    <a:pt x="509523" y="138556"/>
                  </a:lnTo>
                  <a:lnTo>
                    <a:pt x="512572" y="141604"/>
                  </a:lnTo>
                  <a:lnTo>
                    <a:pt x="516509" y="143763"/>
                  </a:lnTo>
                  <a:lnTo>
                    <a:pt x="526034" y="146558"/>
                  </a:lnTo>
                  <a:lnTo>
                    <a:pt x="531622" y="147319"/>
                  </a:lnTo>
                  <a:lnTo>
                    <a:pt x="541760" y="147319"/>
                  </a:lnTo>
                  <a:lnTo>
                    <a:pt x="549910" y="146430"/>
                  </a:lnTo>
                  <a:lnTo>
                    <a:pt x="551941" y="145923"/>
                  </a:lnTo>
                  <a:lnTo>
                    <a:pt x="553973" y="145541"/>
                  </a:lnTo>
                  <a:lnTo>
                    <a:pt x="555212" y="145161"/>
                  </a:lnTo>
                  <a:lnTo>
                    <a:pt x="558672" y="144017"/>
                  </a:lnTo>
                  <a:lnTo>
                    <a:pt x="559816" y="143383"/>
                  </a:lnTo>
                  <a:lnTo>
                    <a:pt x="560578" y="142621"/>
                  </a:lnTo>
                  <a:lnTo>
                    <a:pt x="561466" y="141986"/>
                  </a:lnTo>
                  <a:lnTo>
                    <a:pt x="561974" y="140715"/>
                  </a:lnTo>
                  <a:lnTo>
                    <a:pt x="562991" y="137160"/>
                  </a:lnTo>
                  <a:lnTo>
                    <a:pt x="563151" y="135636"/>
                  </a:lnTo>
                  <a:lnTo>
                    <a:pt x="563245" y="129286"/>
                  </a:lnTo>
                  <a:lnTo>
                    <a:pt x="563117" y="127635"/>
                  </a:lnTo>
                  <a:lnTo>
                    <a:pt x="562864" y="126237"/>
                  </a:lnTo>
                  <a:lnTo>
                    <a:pt x="562736" y="124967"/>
                  </a:lnTo>
                  <a:lnTo>
                    <a:pt x="562483" y="123825"/>
                  </a:lnTo>
                  <a:lnTo>
                    <a:pt x="541724" y="123825"/>
                  </a:lnTo>
                  <a:lnTo>
                    <a:pt x="538168" y="122427"/>
                  </a:lnTo>
                  <a:lnTo>
                    <a:pt x="537935" y="122427"/>
                  </a:lnTo>
                  <a:lnTo>
                    <a:pt x="535940" y="119634"/>
                  </a:lnTo>
                  <a:lnTo>
                    <a:pt x="533908" y="116966"/>
                  </a:lnTo>
                  <a:lnTo>
                    <a:pt x="532891" y="112902"/>
                  </a:lnTo>
                  <a:lnTo>
                    <a:pt x="532891" y="60705"/>
                  </a:lnTo>
                  <a:close/>
                </a:path>
                <a:path w="563244" h="186055">
                  <a:moveTo>
                    <a:pt x="560578" y="121285"/>
                  </a:moveTo>
                  <a:lnTo>
                    <a:pt x="558291" y="121285"/>
                  </a:lnTo>
                  <a:lnTo>
                    <a:pt x="557529" y="121538"/>
                  </a:lnTo>
                  <a:lnTo>
                    <a:pt x="556895" y="121792"/>
                  </a:lnTo>
                  <a:lnTo>
                    <a:pt x="556005" y="122047"/>
                  </a:lnTo>
                  <a:lnTo>
                    <a:pt x="554862" y="122427"/>
                  </a:lnTo>
                  <a:lnTo>
                    <a:pt x="553847" y="122809"/>
                  </a:lnTo>
                  <a:lnTo>
                    <a:pt x="552577" y="123062"/>
                  </a:lnTo>
                  <a:lnTo>
                    <a:pt x="548386" y="123825"/>
                  </a:lnTo>
                  <a:lnTo>
                    <a:pt x="562483" y="123825"/>
                  </a:lnTo>
                  <a:lnTo>
                    <a:pt x="562017" y="122427"/>
                  </a:lnTo>
                  <a:lnTo>
                    <a:pt x="561784" y="122047"/>
                  </a:lnTo>
                  <a:lnTo>
                    <a:pt x="561593" y="121792"/>
                  </a:lnTo>
                  <a:lnTo>
                    <a:pt x="560578" y="121285"/>
                  </a:lnTo>
                  <a:close/>
                </a:path>
                <a:path w="563244" h="186055">
                  <a:moveTo>
                    <a:pt x="558927" y="37846"/>
                  </a:moveTo>
                  <a:lnTo>
                    <a:pt x="485774" y="37846"/>
                  </a:lnTo>
                  <a:lnTo>
                    <a:pt x="485012" y="38100"/>
                  </a:lnTo>
                  <a:lnTo>
                    <a:pt x="483742" y="38862"/>
                  </a:lnTo>
                  <a:lnTo>
                    <a:pt x="483234" y="39369"/>
                  </a:lnTo>
                  <a:lnTo>
                    <a:pt x="482853" y="40259"/>
                  </a:lnTo>
                  <a:lnTo>
                    <a:pt x="482346" y="41148"/>
                  </a:lnTo>
                  <a:lnTo>
                    <a:pt x="482091" y="42290"/>
                  </a:lnTo>
                  <a:lnTo>
                    <a:pt x="481584" y="45338"/>
                  </a:lnTo>
                  <a:lnTo>
                    <a:pt x="481456" y="47116"/>
                  </a:lnTo>
                  <a:lnTo>
                    <a:pt x="481456" y="53339"/>
                  </a:lnTo>
                  <a:lnTo>
                    <a:pt x="481965" y="56261"/>
                  </a:lnTo>
                  <a:lnTo>
                    <a:pt x="482853" y="58038"/>
                  </a:lnTo>
                  <a:lnTo>
                    <a:pt x="483616" y="59816"/>
                  </a:lnTo>
                  <a:lnTo>
                    <a:pt x="484885" y="60705"/>
                  </a:lnTo>
                  <a:lnTo>
                    <a:pt x="559816" y="60705"/>
                  </a:lnTo>
                  <a:lnTo>
                    <a:pt x="561085" y="59816"/>
                  </a:lnTo>
                  <a:lnTo>
                    <a:pt x="561974" y="58038"/>
                  </a:lnTo>
                  <a:lnTo>
                    <a:pt x="562736" y="56261"/>
                  </a:lnTo>
                  <a:lnTo>
                    <a:pt x="563245" y="53339"/>
                  </a:lnTo>
                  <a:lnTo>
                    <a:pt x="563245" y="47116"/>
                  </a:lnTo>
                  <a:lnTo>
                    <a:pt x="563117" y="45338"/>
                  </a:lnTo>
                  <a:lnTo>
                    <a:pt x="562864" y="43814"/>
                  </a:lnTo>
                  <a:lnTo>
                    <a:pt x="562736" y="42290"/>
                  </a:lnTo>
                  <a:lnTo>
                    <a:pt x="559689" y="38100"/>
                  </a:lnTo>
                  <a:lnTo>
                    <a:pt x="558927" y="37846"/>
                  </a:lnTo>
                  <a:close/>
                </a:path>
                <a:path w="563244" h="186055">
                  <a:moveTo>
                    <a:pt x="526668" y="11429"/>
                  </a:moveTo>
                  <a:lnTo>
                    <a:pt x="506603" y="11429"/>
                  </a:lnTo>
                  <a:lnTo>
                    <a:pt x="504952" y="11684"/>
                  </a:lnTo>
                  <a:lnTo>
                    <a:pt x="503681" y="12191"/>
                  </a:lnTo>
                  <a:lnTo>
                    <a:pt x="502411" y="12573"/>
                  </a:lnTo>
                  <a:lnTo>
                    <a:pt x="501649" y="13080"/>
                  </a:lnTo>
                  <a:lnTo>
                    <a:pt x="501141" y="13715"/>
                  </a:lnTo>
                  <a:lnTo>
                    <a:pt x="500634" y="14224"/>
                  </a:lnTo>
                  <a:lnTo>
                    <a:pt x="500379" y="14859"/>
                  </a:lnTo>
                  <a:lnTo>
                    <a:pt x="500379" y="37846"/>
                  </a:lnTo>
                  <a:lnTo>
                    <a:pt x="532891" y="37846"/>
                  </a:lnTo>
                  <a:lnTo>
                    <a:pt x="532891" y="14859"/>
                  </a:lnTo>
                  <a:lnTo>
                    <a:pt x="532637" y="14224"/>
                  </a:lnTo>
                  <a:lnTo>
                    <a:pt x="532129" y="13715"/>
                  </a:lnTo>
                  <a:lnTo>
                    <a:pt x="531622" y="13080"/>
                  </a:lnTo>
                  <a:lnTo>
                    <a:pt x="530733" y="12573"/>
                  </a:lnTo>
                  <a:lnTo>
                    <a:pt x="529590" y="12191"/>
                  </a:lnTo>
                  <a:lnTo>
                    <a:pt x="528320" y="11684"/>
                  </a:lnTo>
                  <a:lnTo>
                    <a:pt x="526668" y="11429"/>
                  </a:lnTo>
                  <a:close/>
                </a:path>
                <a:path w="563244" h="186055">
                  <a:moveTo>
                    <a:pt x="522478" y="11049"/>
                  </a:moveTo>
                  <a:lnTo>
                    <a:pt x="510921" y="11049"/>
                  </a:lnTo>
                  <a:lnTo>
                    <a:pt x="507682" y="11429"/>
                  </a:lnTo>
                  <a:lnTo>
                    <a:pt x="525526" y="11429"/>
                  </a:lnTo>
                  <a:lnTo>
                    <a:pt x="522478" y="11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16800" y="6788277"/>
            <a:ext cx="337185" cy="118745"/>
          </a:xfrm>
          <a:custGeom>
            <a:avLst/>
            <a:gdLst/>
            <a:ahLst/>
            <a:cxnLst/>
            <a:rect l="l" t="t" r="r" b="b"/>
            <a:pathLst>
              <a:path w="337184" h="118745">
                <a:moveTo>
                  <a:pt x="65392" y="8255"/>
                </a:moveTo>
                <a:lnTo>
                  <a:pt x="4279" y="8255"/>
                </a:lnTo>
                <a:lnTo>
                  <a:pt x="3251" y="8636"/>
                </a:lnTo>
                <a:lnTo>
                  <a:pt x="1758" y="9525"/>
                </a:lnTo>
                <a:lnTo>
                  <a:pt x="647" y="10287"/>
                </a:lnTo>
                <a:lnTo>
                  <a:pt x="0" y="11811"/>
                </a:lnTo>
                <a:lnTo>
                  <a:pt x="0" y="113284"/>
                </a:lnTo>
                <a:lnTo>
                  <a:pt x="647" y="114808"/>
                </a:lnTo>
                <a:lnTo>
                  <a:pt x="3251" y="116586"/>
                </a:lnTo>
                <a:lnTo>
                  <a:pt x="4622" y="116967"/>
                </a:lnTo>
                <a:lnTo>
                  <a:pt x="65849" y="116967"/>
                </a:lnTo>
                <a:lnTo>
                  <a:pt x="66459" y="116586"/>
                </a:lnTo>
                <a:lnTo>
                  <a:pt x="66755" y="116586"/>
                </a:lnTo>
                <a:lnTo>
                  <a:pt x="67246" y="116078"/>
                </a:lnTo>
                <a:lnTo>
                  <a:pt x="67868" y="115062"/>
                </a:lnTo>
                <a:lnTo>
                  <a:pt x="68097" y="114427"/>
                </a:lnTo>
                <a:lnTo>
                  <a:pt x="68097" y="107442"/>
                </a:lnTo>
                <a:lnTo>
                  <a:pt x="67868" y="106807"/>
                </a:lnTo>
                <a:lnTo>
                  <a:pt x="67246" y="105791"/>
                </a:lnTo>
                <a:lnTo>
                  <a:pt x="66878" y="105537"/>
                </a:lnTo>
                <a:lnTo>
                  <a:pt x="66052" y="105029"/>
                </a:lnTo>
                <a:lnTo>
                  <a:pt x="16344" y="105029"/>
                </a:lnTo>
                <a:lnTo>
                  <a:pt x="16344" y="66040"/>
                </a:lnTo>
                <a:lnTo>
                  <a:pt x="58343" y="66040"/>
                </a:lnTo>
                <a:lnTo>
                  <a:pt x="58953" y="65659"/>
                </a:lnTo>
                <a:lnTo>
                  <a:pt x="59258" y="65659"/>
                </a:lnTo>
                <a:lnTo>
                  <a:pt x="60617" y="62992"/>
                </a:lnTo>
                <a:lnTo>
                  <a:pt x="60617" y="57658"/>
                </a:lnTo>
                <a:lnTo>
                  <a:pt x="58089" y="54356"/>
                </a:lnTo>
                <a:lnTo>
                  <a:pt x="16344" y="54356"/>
                </a:lnTo>
                <a:lnTo>
                  <a:pt x="16344" y="20193"/>
                </a:lnTo>
                <a:lnTo>
                  <a:pt x="65189" y="20193"/>
                </a:lnTo>
                <a:lnTo>
                  <a:pt x="66205" y="19558"/>
                </a:lnTo>
                <a:lnTo>
                  <a:pt x="66548" y="19304"/>
                </a:lnTo>
                <a:lnTo>
                  <a:pt x="67056" y="18288"/>
                </a:lnTo>
                <a:lnTo>
                  <a:pt x="67259" y="17653"/>
                </a:lnTo>
                <a:lnTo>
                  <a:pt x="67576" y="16129"/>
                </a:lnTo>
                <a:lnTo>
                  <a:pt x="67497" y="11811"/>
                </a:lnTo>
                <a:lnTo>
                  <a:pt x="67259" y="10668"/>
                </a:lnTo>
                <a:lnTo>
                  <a:pt x="67137" y="10287"/>
                </a:lnTo>
                <a:lnTo>
                  <a:pt x="67056" y="10033"/>
                </a:lnTo>
                <a:lnTo>
                  <a:pt x="66801" y="9525"/>
                </a:lnTo>
                <a:lnTo>
                  <a:pt x="66548" y="9144"/>
                </a:lnTo>
                <a:lnTo>
                  <a:pt x="66205" y="8763"/>
                </a:lnTo>
                <a:lnTo>
                  <a:pt x="65392" y="8255"/>
                </a:lnTo>
                <a:close/>
              </a:path>
              <a:path w="337184" h="118745">
                <a:moveTo>
                  <a:pt x="150117" y="46609"/>
                </a:moveTo>
                <a:lnTo>
                  <a:pt x="122504" y="46609"/>
                </a:lnTo>
                <a:lnTo>
                  <a:pt x="126568" y="47117"/>
                </a:lnTo>
                <a:lnTo>
                  <a:pt x="125963" y="47117"/>
                </a:lnTo>
                <a:lnTo>
                  <a:pt x="130904" y="48641"/>
                </a:lnTo>
                <a:lnTo>
                  <a:pt x="130715" y="48641"/>
                </a:lnTo>
                <a:lnTo>
                  <a:pt x="132499" y="49657"/>
                </a:lnTo>
                <a:lnTo>
                  <a:pt x="138468" y="61595"/>
                </a:lnTo>
                <a:lnTo>
                  <a:pt x="138468" y="70358"/>
                </a:lnTo>
                <a:lnTo>
                  <a:pt x="120040" y="70358"/>
                </a:lnTo>
                <a:lnTo>
                  <a:pt x="114058" y="70866"/>
                </a:lnTo>
                <a:lnTo>
                  <a:pt x="86779" y="84455"/>
                </a:lnTo>
                <a:lnTo>
                  <a:pt x="84823" y="87503"/>
                </a:lnTo>
                <a:lnTo>
                  <a:pt x="83832" y="91313"/>
                </a:lnTo>
                <a:lnTo>
                  <a:pt x="83832" y="99187"/>
                </a:lnTo>
                <a:lnTo>
                  <a:pt x="108991" y="118618"/>
                </a:lnTo>
                <a:lnTo>
                  <a:pt x="118617" y="118618"/>
                </a:lnTo>
                <a:lnTo>
                  <a:pt x="123482" y="117602"/>
                </a:lnTo>
                <a:lnTo>
                  <a:pt x="128066" y="115570"/>
                </a:lnTo>
                <a:lnTo>
                  <a:pt x="132664" y="113665"/>
                </a:lnTo>
                <a:lnTo>
                  <a:pt x="136829" y="110871"/>
                </a:lnTo>
                <a:lnTo>
                  <a:pt x="140287" y="107696"/>
                </a:lnTo>
                <a:lnTo>
                  <a:pt x="110883" y="107696"/>
                </a:lnTo>
                <a:lnTo>
                  <a:pt x="106946" y="106553"/>
                </a:lnTo>
                <a:lnTo>
                  <a:pt x="104127" y="104267"/>
                </a:lnTo>
                <a:lnTo>
                  <a:pt x="101307" y="101854"/>
                </a:lnTo>
                <a:lnTo>
                  <a:pt x="99898" y="98806"/>
                </a:lnTo>
                <a:lnTo>
                  <a:pt x="99898" y="92583"/>
                </a:lnTo>
                <a:lnTo>
                  <a:pt x="120764" y="80391"/>
                </a:lnTo>
                <a:lnTo>
                  <a:pt x="154051" y="80391"/>
                </a:lnTo>
                <a:lnTo>
                  <a:pt x="154032" y="59055"/>
                </a:lnTo>
                <a:lnTo>
                  <a:pt x="153454" y="55118"/>
                </a:lnTo>
                <a:lnTo>
                  <a:pt x="151041" y="48006"/>
                </a:lnTo>
                <a:lnTo>
                  <a:pt x="150117" y="46609"/>
                </a:lnTo>
                <a:close/>
              </a:path>
              <a:path w="337184" h="118745">
                <a:moveTo>
                  <a:pt x="154051" y="107442"/>
                </a:moveTo>
                <a:lnTo>
                  <a:pt x="140563" y="107442"/>
                </a:lnTo>
                <a:lnTo>
                  <a:pt x="140563" y="115570"/>
                </a:lnTo>
                <a:lnTo>
                  <a:pt x="140725" y="115951"/>
                </a:lnTo>
                <a:lnTo>
                  <a:pt x="140779" y="116078"/>
                </a:lnTo>
                <a:lnTo>
                  <a:pt x="141668" y="116840"/>
                </a:lnTo>
                <a:lnTo>
                  <a:pt x="142379" y="117094"/>
                </a:lnTo>
                <a:lnTo>
                  <a:pt x="144348" y="117348"/>
                </a:lnTo>
                <a:lnTo>
                  <a:pt x="145669" y="117475"/>
                </a:lnTo>
                <a:lnTo>
                  <a:pt x="149021" y="117475"/>
                </a:lnTo>
                <a:lnTo>
                  <a:pt x="154051" y="115570"/>
                </a:lnTo>
                <a:lnTo>
                  <a:pt x="154051" y="107442"/>
                </a:lnTo>
                <a:close/>
              </a:path>
              <a:path w="337184" h="118745">
                <a:moveTo>
                  <a:pt x="154051" y="80391"/>
                </a:moveTo>
                <a:lnTo>
                  <a:pt x="138468" y="80391"/>
                </a:lnTo>
                <a:lnTo>
                  <a:pt x="138468" y="96393"/>
                </a:lnTo>
                <a:lnTo>
                  <a:pt x="134607" y="100203"/>
                </a:lnTo>
                <a:lnTo>
                  <a:pt x="130924" y="103124"/>
                </a:lnTo>
                <a:lnTo>
                  <a:pt x="127406" y="104902"/>
                </a:lnTo>
                <a:lnTo>
                  <a:pt x="123888" y="106807"/>
                </a:lnTo>
                <a:lnTo>
                  <a:pt x="120065" y="107696"/>
                </a:lnTo>
                <a:lnTo>
                  <a:pt x="140287" y="107696"/>
                </a:lnTo>
                <a:lnTo>
                  <a:pt x="140563" y="107442"/>
                </a:lnTo>
                <a:lnTo>
                  <a:pt x="154051" y="107442"/>
                </a:lnTo>
                <a:lnTo>
                  <a:pt x="154051" y="80391"/>
                </a:lnTo>
                <a:close/>
              </a:path>
              <a:path w="337184" h="118745">
                <a:moveTo>
                  <a:pt x="126466" y="35433"/>
                </a:moveTo>
                <a:lnTo>
                  <a:pt x="117030" y="35433"/>
                </a:lnTo>
                <a:lnTo>
                  <a:pt x="113766" y="35687"/>
                </a:lnTo>
                <a:lnTo>
                  <a:pt x="88353" y="45847"/>
                </a:lnTo>
                <a:lnTo>
                  <a:pt x="88125" y="46609"/>
                </a:lnTo>
                <a:lnTo>
                  <a:pt x="88823" y="53086"/>
                </a:lnTo>
                <a:lnTo>
                  <a:pt x="89115" y="53594"/>
                </a:lnTo>
                <a:lnTo>
                  <a:pt x="89446" y="53975"/>
                </a:lnTo>
                <a:lnTo>
                  <a:pt x="89827" y="54102"/>
                </a:lnTo>
                <a:lnTo>
                  <a:pt x="90208" y="54356"/>
                </a:lnTo>
                <a:lnTo>
                  <a:pt x="90652" y="54483"/>
                </a:lnTo>
                <a:lnTo>
                  <a:pt x="91909" y="54483"/>
                </a:lnTo>
                <a:lnTo>
                  <a:pt x="93065" y="54102"/>
                </a:lnTo>
                <a:lnTo>
                  <a:pt x="94627" y="53213"/>
                </a:lnTo>
                <a:lnTo>
                  <a:pt x="96177" y="52451"/>
                </a:lnTo>
                <a:lnTo>
                  <a:pt x="115036" y="46609"/>
                </a:lnTo>
                <a:lnTo>
                  <a:pt x="150117" y="46609"/>
                </a:lnTo>
                <a:lnTo>
                  <a:pt x="149110" y="45085"/>
                </a:lnTo>
                <a:lnTo>
                  <a:pt x="143789" y="40259"/>
                </a:lnTo>
                <a:lnTo>
                  <a:pt x="140309" y="38481"/>
                </a:lnTo>
                <a:lnTo>
                  <a:pt x="136004" y="37211"/>
                </a:lnTo>
                <a:lnTo>
                  <a:pt x="131698" y="36068"/>
                </a:lnTo>
                <a:lnTo>
                  <a:pt x="126466" y="35433"/>
                </a:lnTo>
                <a:close/>
              </a:path>
              <a:path w="337184" h="118745">
                <a:moveTo>
                  <a:pt x="219240" y="35433"/>
                </a:moveTo>
                <a:lnTo>
                  <a:pt x="210883" y="35433"/>
                </a:lnTo>
                <a:lnTo>
                  <a:pt x="205638" y="36322"/>
                </a:lnTo>
                <a:lnTo>
                  <a:pt x="177634" y="64135"/>
                </a:lnTo>
                <a:lnTo>
                  <a:pt x="176606" y="70485"/>
                </a:lnTo>
                <a:lnTo>
                  <a:pt x="176606" y="84455"/>
                </a:lnTo>
                <a:lnTo>
                  <a:pt x="186448" y="107950"/>
                </a:lnTo>
                <a:lnTo>
                  <a:pt x="189649" y="111506"/>
                </a:lnTo>
                <a:lnTo>
                  <a:pt x="193624" y="114046"/>
                </a:lnTo>
                <a:lnTo>
                  <a:pt x="198373" y="115824"/>
                </a:lnTo>
                <a:lnTo>
                  <a:pt x="203123" y="117729"/>
                </a:lnTo>
                <a:lnTo>
                  <a:pt x="208572" y="118618"/>
                </a:lnTo>
                <a:lnTo>
                  <a:pt x="217690" y="118618"/>
                </a:lnTo>
                <a:lnTo>
                  <a:pt x="243916" y="106553"/>
                </a:lnTo>
                <a:lnTo>
                  <a:pt x="212902" y="106553"/>
                </a:lnTo>
                <a:lnTo>
                  <a:pt x="210210" y="106045"/>
                </a:lnTo>
                <a:lnTo>
                  <a:pt x="209864" y="106045"/>
                </a:lnTo>
                <a:lnTo>
                  <a:pt x="206590" y="104775"/>
                </a:lnTo>
                <a:lnTo>
                  <a:pt x="203644" y="103505"/>
                </a:lnTo>
                <a:lnTo>
                  <a:pt x="201155" y="101727"/>
                </a:lnTo>
                <a:lnTo>
                  <a:pt x="199136" y="99187"/>
                </a:lnTo>
                <a:lnTo>
                  <a:pt x="197317" y="97028"/>
                </a:lnTo>
                <a:lnTo>
                  <a:pt x="192951" y="82042"/>
                </a:lnTo>
                <a:lnTo>
                  <a:pt x="192951" y="67437"/>
                </a:lnTo>
                <a:lnTo>
                  <a:pt x="194970" y="59944"/>
                </a:lnTo>
                <a:lnTo>
                  <a:pt x="203009" y="49784"/>
                </a:lnTo>
                <a:lnTo>
                  <a:pt x="208788" y="47117"/>
                </a:lnTo>
                <a:lnTo>
                  <a:pt x="243560" y="47117"/>
                </a:lnTo>
                <a:lnTo>
                  <a:pt x="243408" y="46355"/>
                </a:lnTo>
                <a:lnTo>
                  <a:pt x="240944" y="42926"/>
                </a:lnTo>
                <a:lnTo>
                  <a:pt x="240182" y="42164"/>
                </a:lnTo>
                <a:lnTo>
                  <a:pt x="237286" y="40386"/>
                </a:lnTo>
                <a:lnTo>
                  <a:pt x="235838" y="39624"/>
                </a:lnTo>
                <a:lnTo>
                  <a:pt x="233679" y="38608"/>
                </a:lnTo>
                <a:lnTo>
                  <a:pt x="231533" y="37973"/>
                </a:lnTo>
                <a:lnTo>
                  <a:pt x="229374" y="37211"/>
                </a:lnTo>
                <a:lnTo>
                  <a:pt x="227012" y="36576"/>
                </a:lnTo>
                <a:lnTo>
                  <a:pt x="225302" y="36322"/>
                </a:lnTo>
                <a:lnTo>
                  <a:pt x="225088" y="36322"/>
                </a:lnTo>
                <a:lnTo>
                  <a:pt x="221881" y="35687"/>
                </a:lnTo>
                <a:lnTo>
                  <a:pt x="219240" y="35433"/>
                </a:lnTo>
                <a:close/>
              </a:path>
              <a:path w="337184" h="118745">
                <a:moveTo>
                  <a:pt x="241947" y="96901"/>
                </a:moveTo>
                <a:lnTo>
                  <a:pt x="240753" y="96901"/>
                </a:lnTo>
                <a:lnTo>
                  <a:pt x="239517" y="97536"/>
                </a:lnTo>
                <a:lnTo>
                  <a:pt x="236969" y="99441"/>
                </a:lnTo>
                <a:lnTo>
                  <a:pt x="235280" y="100457"/>
                </a:lnTo>
                <a:lnTo>
                  <a:pt x="220319" y="106553"/>
                </a:lnTo>
                <a:lnTo>
                  <a:pt x="243916" y="106553"/>
                </a:lnTo>
                <a:lnTo>
                  <a:pt x="242328" y="97028"/>
                </a:lnTo>
                <a:lnTo>
                  <a:pt x="241947" y="96901"/>
                </a:lnTo>
                <a:close/>
              </a:path>
              <a:path w="337184" h="118745">
                <a:moveTo>
                  <a:pt x="243547" y="47117"/>
                </a:moveTo>
                <a:lnTo>
                  <a:pt x="220002" y="47117"/>
                </a:lnTo>
                <a:lnTo>
                  <a:pt x="223189" y="47625"/>
                </a:lnTo>
                <a:lnTo>
                  <a:pt x="225882" y="48514"/>
                </a:lnTo>
                <a:lnTo>
                  <a:pt x="228574" y="49530"/>
                </a:lnTo>
                <a:lnTo>
                  <a:pt x="230860" y="50546"/>
                </a:lnTo>
                <a:lnTo>
                  <a:pt x="232765" y="51689"/>
                </a:lnTo>
                <a:lnTo>
                  <a:pt x="234670" y="52705"/>
                </a:lnTo>
                <a:lnTo>
                  <a:pt x="236232" y="53721"/>
                </a:lnTo>
                <a:lnTo>
                  <a:pt x="237464" y="54737"/>
                </a:lnTo>
                <a:lnTo>
                  <a:pt x="238709" y="55626"/>
                </a:lnTo>
                <a:lnTo>
                  <a:pt x="239801" y="56134"/>
                </a:lnTo>
                <a:lnTo>
                  <a:pt x="241566" y="56134"/>
                </a:lnTo>
                <a:lnTo>
                  <a:pt x="242265" y="55626"/>
                </a:lnTo>
                <a:lnTo>
                  <a:pt x="242836" y="54737"/>
                </a:lnTo>
                <a:lnTo>
                  <a:pt x="243408" y="53975"/>
                </a:lnTo>
                <a:lnTo>
                  <a:pt x="243520" y="53340"/>
                </a:lnTo>
                <a:lnTo>
                  <a:pt x="243547" y="47117"/>
                </a:lnTo>
                <a:close/>
              </a:path>
              <a:path w="337184" h="118745">
                <a:moveTo>
                  <a:pt x="275056" y="117348"/>
                </a:moveTo>
                <a:lnTo>
                  <a:pt x="267360" y="117348"/>
                </a:lnTo>
                <a:lnTo>
                  <a:pt x="268376" y="117475"/>
                </a:lnTo>
                <a:lnTo>
                  <a:pt x="274040" y="117475"/>
                </a:lnTo>
                <a:lnTo>
                  <a:pt x="275056" y="117348"/>
                </a:lnTo>
                <a:close/>
              </a:path>
              <a:path w="337184" h="118745">
                <a:moveTo>
                  <a:pt x="333019" y="117348"/>
                </a:moveTo>
                <a:lnTo>
                  <a:pt x="325323" y="117348"/>
                </a:lnTo>
                <a:lnTo>
                  <a:pt x="326339" y="117475"/>
                </a:lnTo>
                <a:lnTo>
                  <a:pt x="332003" y="117475"/>
                </a:lnTo>
                <a:lnTo>
                  <a:pt x="333019" y="117348"/>
                </a:lnTo>
                <a:close/>
              </a:path>
              <a:path w="337184" h="118745">
                <a:moveTo>
                  <a:pt x="276860" y="116967"/>
                </a:moveTo>
                <a:lnTo>
                  <a:pt x="265544" y="116967"/>
                </a:lnTo>
                <a:lnTo>
                  <a:pt x="266744" y="117348"/>
                </a:lnTo>
                <a:lnTo>
                  <a:pt x="275678" y="117348"/>
                </a:lnTo>
                <a:lnTo>
                  <a:pt x="276860" y="116967"/>
                </a:lnTo>
                <a:close/>
              </a:path>
              <a:path w="337184" h="118745">
                <a:moveTo>
                  <a:pt x="334822" y="116967"/>
                </a:moveTo>
                <a:lnTo>
                  <a:pt x="323519" y="116967"/>
                </a:lnTo>
                <a:lnTo>
                  <a:pt x="324700" y="117348"/>
                </a:lnTo>
                <a:lnTo>
                  <a:pt x="333641" y="117348"/>
                </a:lnTo>
                <a:lnTo>
                  <a:pt x="334822" y="116967"/>
                </a:lnTo>
                <a:close/>
              </a:path>
              <a:path w="337184" h="118745">
                <a:moveTo>
                  <a:pt x="276860" y="254"/>
                </a:moveTo>
                <a:lnTo>
                  <a:pt x="265544" y="254"/>
                </a:lnTo>
                <a:lnTo>
                  <a:pt x="264337" y="762"/>
                </a:lnTo>
                <a:lnTo>
                  <a:pt x="263918" y="1016"/>
                </a:lnTo>
                <a:lnTo>
                  <a:pt x="263702" y="1397"/>
                </a:lnTo>
                <a:lnTo>
                  <a:pt x="263474" y="1651"/>
                </a:lnTo>
                <a:lnTo>
                  <a:pt x="263474" y="115697"/>
                </a:lnTo>
                <a:lnTo>
                  <a:pt x="263702" y="115951"/>
                </a:lnTo>
                <a:lnTo>
                  <a:pt x="263918" y="116332"/>
                </a:lnTo>
                <a:lnTo>
                  <a:pt x="264337" y="116586"/>
                </a:lnTo>
                <a:lnTo>
                  <a:pt x="265233" y="116967"/>
                </a:lnTo>
                <a:lnTo>
                  <a:pt x="277145" y="116967"/>
                </a:lnTo>
                <a:lnTo>
                  <a:pt x="278002" y="116586"/>
                </a:lnTo>
                <a:lnTo>
                  <a:pt x="278409" y="116332"/>
                </a:lnTo>
                <a:lnTo>
                  <a:pt x="278663" y="115951"/>
                </a:lnTo>
                <a:lnTo>
                  <a:pt x="278917" y="115697"/>
                </a:lnTo>
                <a:lnTo>
                  <a:pt x="279044" y="115316"/>
                </a:lnTo>
                <a:lnTo>
                  <a:pt x="279044" y="61976"/>
                </a:lnTo>
                <a:lnTo>
                  <a:pt x="283349" y="57150"/>
                </a:lnTo>
                <a:lnTo>
                  <a:pt x="287477" y="53594"/>
                </a:lnTo>
                <a:lnTo>
                  <a:pt x="291401" y="51181"/>
                </a:lnTo>
                <a:lnTo>
                  <a:pt x="295325" y="48641"/>
                </a:lnTo>
                <a:lnTo>
                  <a:pt x="297680" y="47879"/>
                </a:lnTo>
                <a:lnTo>
                  <a:pt x="279044" y="47879"/>
                </a:lnTo>
                <a:lnTo>
                  <a:pt x="279044" y="2032"/>
                </a:lnTo>
                <a:lnTo>
                  <a:pt x="278917" y="1651"/>
                </a:lnTo>
                <a:lnTo>
                  <a:pt x="278663" y="1397"/>
                </a:lnTo>
                <a:lnTo>
                  <a:pt x="278409" y="1016"/>
                </a:lnTo>
                <a:lnTo>
                  <a:pt x="278002" y="762"/>
                </a:lnTo>
                <a:lnTo>
                  <a:pt x="276860" y="254"/>
                </a:lnTo>
                <a:close/>
              </a:path>
              <a:path w="337184" h="118745">
                <a:moveTo>
                  <a:pt x="332445" y="47371"/>
                </a:moveTo>
                <a:lnTo>
                  <a:pt x="306222" y="47371"/>
                </a:lnTo>
                <a:lnTo>
                  <a:pt x="308902" y="47879"/>
                </a:lnTo>
                <a:lnTo>
                  <a:pt x="313524" y="49911"/>
                </a:lnTo>
                <a:lnTo>
                  <a:pt x="321335" y="66294"/>
                </a:lnTo>
                <a:lnTo>
                  <a:pt x="321335" y="115316"/>
                </a:lnTo>
                <a:lnTo>
                  <a:pt x="321462" y="115697"/>
                </a:lnTo>
                <a:lnTo>
                  <a:pt x="321716" y="115951"/>
                </a:lnTo>
                <a:lnTo>
                  <a:pt x="321970" y="116332"/>
                </a:lnTo>
                <a:lnTo>
                  <a:pt x="322376" y="116586"/>
                </a:lnTo>
                <a:lnTo>
                  <a:pt x="323234" y="116967"/>
                </a:lnTo>
                <a:lnTo>
                  <a:pt x="335108" y="116967"/>
                </a:lnTo>
                <a:lnTo>
                  <a:pt x="335965" y="116586"/>
                </a:lnTo>
                <a:lnTo>
                  <a:pt x="336372" y="116332"/>
                </a:lnTo>
                <a:lnTo>
                  <a:pt x="336626" y="115951"/>
                </a:lnTo>
                <a:lnTo>
                  <a:pt x="336880" y="115697"/>
                </a:lnTo>
                <a:lnTo>
                  <a:pt x="336852" y="61976"/>
                </a:lnTo>
                <a:lnTo>
                  <a:pt x="332663" y="47625"/>
                </a:lnTo>
                <a:lnTo>
                  <a:pt x="332445" y="47371"/>
                </a:lnTo>
                <a:close/>
              </a:path>
              <a:path w="337184" h="118745">
                <a:moveTo>
                  <a:pt x="312115" y="35433"/>
                </a:moveTo>
                <a:lnTo>
                  <a:pt x="301790" y="35433"/>
                </a:lnTo>
                <a:lnTo>
                  <a:pt x="297192" y="36449"/>
                </a:lnTo>
                <a:lnTo>
                  <a:pt x="288074" y="40513"/>
                </a:lnTo>
                <a:lnTo>
                  <a:pt x="283540" y="43688"/>
                </a:lnTo>
                <a:lnTo>
                  <a:pt x="279044" y="47879"/>
                </a:lnTo>
                <a:lnTo>
                  <a:pt x="297680" y="47879"/>
                </a:lnTo>
                <a:lnTo>
                  <a:pt x="299250" y="47371"/>
                </a:lnTo>
                <a:lnTo>
                  <a:pt x="332445" y="47371"/>
                </a:lnTo>
                <a:lnTo>
                  <a:pt x="330263" y="44831"/>
                </a:lnTo>
                <a:lnTo>
                  <a:pt x="327850" y="41910"/>
                </a:lnTo>
                <a:lnTo>
                  <a:pt x="324700" y="39624"/>
                </a:lnTo>
                <a:lnTo>
                  <a:pt x="320802" y="37973"/>
                </a:lnTo>
                <a:lnTo>
                  <a:pt x="316915" y="36195"/>
                </a:lnTo>
                <a:lnTo>
                  <a:pt x="312115" y="35433"/>
                </a:lnTo>
                <a:close/>
              </a:path>
              <a:path w="337184" h="118745">
                <a:moveTo>
                  <a:pt x="275056" y="0"/>
                </a:moveTo>
                <a:lnTo>
                  <a:pt x="267360" y="0"/>
                </a:lnTo>
                <a:lnTo>
                  <a:pt x="265328" y="254"/>
                </a:lnTo>
                <a:lnTo>
                  <a:pt x="277088" y="254"/>
                </a:lnTo>
                <a:lnTo>
                  <a:pt x="275056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3721" y="6804532"/>
            <a:ext cx="429793" cy="13144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15744" y="6804532"/>
            <a:ext cx="673862" cy="13131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57551" y="6788277"/>
            <a:ext cx="1122045" cy="147574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3446145" y="6851522"/>
            <a:ext cx="147955" cy="12700"/>
          </a:xfrm>
          <a:custGeom>
            <a:avLst/>
            <a:gdLst/>
            <a:ahLst/>
            <a:cxnLst/>
            <a:rect l="l" t="t" r="r" b="b"/>
            <a:pathLst>
              <a:path w="147954" h="12700">
                <a:moveTo>
                  <a:pt x="145414" y="0"/>
                </a:moveTo>
                <a:lnTo>
                  <a:pt x="2666" y="0"/>
                </a:lnTo>
                <a:lnTo>
                  <a:pt x="1777" y="507"/>
                </a:lnTo>
                <a:lnTo>
                  <a:pt x="380" y="2412"/>
                </a:lnTo>
                <a:lnTo>
                  <a:pt x="0" y="3937"/>
                </a:lnTo>
                <a:lnTo>
                  <a:pt x="0" y="8381"/>
                </a:lnTo>
                <a:lnTo>
                  <a:pt x="380" y="10032"/>
                </a:lnTo>
                <a:lnTo>
                  <a:pt x="1904" y="11811"/>
                </a:lnTo>
                <a:lnTo>
                  <a:pt x="2793" y="12318"/>
                </a:lnTo>
                <a:lnTo>
                  <a:pt x="145287" y="12318"/>
                </a:lnTo>
                <a:lnTo>
                  <a:pt x="146050" y="11811"/>
                </a:lnTo>
                <a:lnTo>
                  <a:pt x="147574" y="10032"/>
                </a:lnTo>
                <a:lnTo>
                  <a:pt x="147954" y="8381"/>
                </a:lnTo>
                <a:lnTo>
                  <a:pt x="147954" y="6095"/>
                </a:lnTo>
                <a:lnTo>
                  <a:pt x="147954" y="3937"/>
                </a:lnTo>
                <a:lnTo>
                  <a:pt x="147574" y="2412"/>
                </a:lnTo>
                <a:lnTo>
                  <a:pt x="146303" y="507"/>
                </a:lnTo>
                <a:lnTo>
                  <a:pt x="145414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63315" y="6788277"/>
            <a:ext cx="715725" cy="14770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37126" y="6787388"/>
            <a:ext cx="683768" cy="14211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88203" y="6788277"/>
            <a:ext cx="434086" cy="147701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5693283" y="6788657"/>
            <a:ext cx="273050" cy="118745"/>
          </a:xfrm>
          <a:custGeom>
            <a:avLst/>
            <a:gdLst/>
            <a:ahLst/>
            <a:cxnLst/>
            <a:rect l="l" t="t" r="r" b="b"/>
            <a:pathLst>
              <a:path w="273050" h="118745">
                <a:moveTo>
                  <a:pt x="66271" y="46228"/>
                </a:moveTo>
                <a:lnTo>
                  <a:pt x="38607" y="46228"/>
                </a:lnTo>
                <a:lnTo>
                  <a:pt x="42671" y="46736"/>
                </a:lnTo>
                <a:lnTo>
                  <a:pt x="42079" y="46736"/>
                </a:lnTo>
                <a:lnTo>
                  <a:pt x="44195" y="47371"/>
                </a:lnTo>
                <a:lnTo>
                  <a:pt x="47011" y="48260"/>
                </a:lnTo>
                <a:lnTo>
                  <a:pt x="46834" y="48260"/>
                </a:lnTo>
                <a:lnTo>
                  <a:pt x="48640" y="49276"/>
                </a:lnTo>
                <a:lnTo>
                  <a:pt x="54609" y="61214"/>
                </a:lnTo>
                <a:lnTo>
                  <a:pt x="54609" y="69977"/>
                </a:lnTo>
                <a:lnTo>
                  <a:pt x="36194" y="69977"/>
                </a:lnTo>
                <a:lnTo>
                  <a:pt x="30225" y="70485"/>
                </a:lnTo>
                <a:lnTo>
                  <a:pt x="2920" y="84074"/>
                </a:lnTo>
                <a:lnTo>
                  <a:pt x="1015" y="87122"/>
                </a:lnTo>
                <a:lnTo>
                  <a:pt x="0" y="90932"/>
                </a:lnTo>
                <a:lnTo>
                  <a:pt x="0" y="98806"/>
                </a:lnTo>
                <a:lnTo>
                  <a:pt x="533" y="101473"/>
                </a:lnTo>
                <a:lnTo>
                  <a:pt x="634" y="101981"/>
                </a:lnTo>
                <a:lnTo>
                  <a:pt x="2158" y="104902"/>
                </a:lnTo>
                <a:lnTo>
                  <a:pt x="3555" y="107696"/>
                </a:lnTo>
                <a:lnTo>
                  <a:pt x="5587" y="110109"/>
                </a:lnTo>
                <a:lnTo>
                  <a:pt x="25145" y="118237"/>
                </a:lnTo>
                <a:lnTo>
                  <a:pt x="34797" y="118237"/>
                </a:lnTo>
                <a:lnTo>
                  <a:pt x="39624" y="117221"/>
                </a:lnTo>
                <a:lnTo>
                  <a:pt x="44195" y="115189"/>
                </a:lnTo>
                <a:lnTo>
                  <a:pt x="48767" y="113284"/>
                </a:lnTo>
                <a:lnTo>
                  <a:pt x="52958" y="110490"/>
                </a:lnTo>
                <a:lnTo>
                  <a:pt x="56369" y="107315"/>
                </a:lnTo>
                <a:lnTo>
                  <a:pt x="27050" y="107315"/>
                </a:lnTo>
                <a:lnTo>
                  <a:pt x="23113" y="106172"/>
                </a:lnTo>
                <a:lnTo>
                  <a:pt x="17399" y="101473"/>
                </a:lnTo>
                <a:lnTo>
                  <a:pt x="16001" y="98425"/>
                </a:lnTo>
                <a:lnTo>
                  <a:pt x="16001" y="92202"/>
                </a:lnTo>
                <a:lnTo>
                  <a:pt x="36956" y="80010"/>
                </a:lnTo>
                <a:lnTo>
                  <a:pt x="70230" y="80010"/>
                </a:lnTo>
                <a:lnTo>
                  <a:pt x="70211" y="58674"/>
                </a:lnTo>
                <a:lnTo>
                  <a:pt x="69595" y="54737"/>
                </a:lnTo>
                <a:lnTo>
                  <a:pt x="68452" y="51181"/>
                </a:lnTo>
                <a:lnTo>
                  <a:pt x="67182" y="47625"/>
                </a:lnTo>
                <a:lnTo>
                  <a:pt x="66271" y="46228"/>
                </a:lnTo>
                <a:close/>
              </a:path>
              <a:path w="273050" h="118745">
                <a:moveTo>
                  <a:pt x="70230" y="107061"/>
                </a:moveTo>
                <a:lnTo>
                  <a:pt x="56641" y="107061"/>
                </a:lnTo>
                <a:lnTo>
                  <a:pt x="56641" y="115189"/>
                </a:lnTo>
                <a:lnTo>
                  <a:pt x="56832" y="115570"/>
                </a:lnTo>
                <a:lnTo>
                  <a:pt x="56895" y="115697"/>
                </a:lnTo>
                <a:lnTo>
                  <a:pt x="57403" y="116078"/>
                </a:lnTo>
                <a:lnTo>
                  <a:pt x="57784" y="116459"/>
                </a:lnTo>
                <a:lnTo>
                  <a:pt x="58546" y="116713"/>
                </a:lnTo>
                <a:lnTo>
                  <a:pt x="60451" y="116967"/>
                </a:lnTo>
                <a:lnTo>
                  <a:pt x="61849" y="117094"/>
                </a:lnTo>
                <a:lnTo>
                  <a:pt x="65150" y="117094"/>
                </a:lnTo>
                <a:lnTo>
                  <a:pt x="70230" y="115189"/>
                </a:lnTo>
                <a:lnTo>
                  <a:pt x="70230" y="107061"/>
                </a:lnTo>
                <a:close/>
              </a:path>
              <a:path w="273050" h="118745">
                <a:moveTo>
                  <a:pt x="70230" y="80010"/>
                </a:moveTo>
                <a:lnTo>
                  <a:pt x="54609" y="80010"/>
                </a:lnTo>
                <a:lnTo>
                  <a:pt x="54609" y="96012"/>
                </a:lnTo>
                <a:lnTo>
                  <a:pt x="50800" y="99822"/>
                </a:lnTo>
                <a:lnTo>
                  <a:pt x="47116" y="102743"/>
                </a:lnTo>
                <a:lnTo>
                  <a:pt x="43561" y="104521"/>
                </a:lnTo>
                <a:lnTo>
                  <a:pt x="40004" y="106426"/>
                </a:lnTo>
                <a:lnTo>
                  <a:pt x="36194" y="107315"/>
                </a:lnTo>
                <a:lnTo>
                  <a:pt x="56369" y="107315"/>
                </a:lnTo>
                <a:lnTo>
                  <a:pt x="56641" y="107061"/>
                </a:lnTo>
                <a:lnTo>
                  <a:pt x="70230" y="107061"/>
                </a:lnTo>
                <a:lnTo>
                  <a:pt x="70230" y="80010"/>
                </a:lnTo>
                <a:close/>
              </a:path>
              <a:path w="273050" h="118745">
                <a:moveTo>
                  <a:pt x="42671" y="35052"/>
                </a:moveTo>
                <a:lnTo>
                  <a:pt x="33146" y="35052"/>
                </a:lnTo>
                <a:lnTo>
                  <a:pt x="29971" y="35306"/>
                </a:lnTo>
                <a:lnTo>
                  <a:pt x="23494" y="36322"/>
                </a:lnTo>
                <a:lnTo>
                  <a:pt x="20446" y="37084"/>
                </a:lnTo>
                <a:lnTo>
                  <a:pt x="17779" y="37846"/>
                </a:lnTo>
                <a:lnTo>
                  <a:pt x="14986" y="38608"/>
                </a:lnTo>
                <a:lnTo>
                  <a:pt x="12572" y="39497"/>
                </a:lnTo>
                <a:lnTo>
                  <a:pt x="10540" y="40513"/>
                </a:lnTo>
                <a:lnTo>
                  <a:pt x="8381" y="41529"/>
                </a:lnTo>
                <a:lnTo>
                  <a:pt x="4444" y="45466"/>
                </a:lnTo>
                <a:lnTo>
                  <a:pt x="4444" y="51689"/>
                </a:lnTo>
                <a:lnTo>
                  <a:pt x="4597" y="52070"/>
                </a:lnTo>
                <a:lnTo>
                  <a:pt x="4699" y="52324"/>
                </a:lnTo>
                <a:lnTo>
                  <a:pt x="4952" y="52705"/>
                </a:lnTo>
                <a:lnTo>
                  <a:pt x="5206" y="53213"/>
                </a:lnTo>
                <a:lnTo>
                  <a:pt x="5587" y="53594"/>
                </a:lnTo>
                <a:lnTo>
                  <a:pt x="5968" y="53721"/>
                </a:lnTo>
                <a:lnTo>
                  <a:pt x="6350" y="53975"/>
                </a:lnTo>
                <a:lnTo>
                  <a:pt x="6730" y="54102"/>
                </a:lnTo>
                <a:lnTo>
                  <a:pt x="8000" y="54102"/>
                </a:lnTo>
                <a:lnTo>
                  <a:pt x="9270" y="53721"/>
                </a:lnTo>
                <a:lnTo>
                  <a:pt x="10794" y="52832"/>
                </a:lnTo>
                <a:lnTo>
                  <a:pt x="12318" y="52070"/>
                </a:lnTo>
                <a:lnTo>
                  <a:pt x="14224" y="51181"/>
                </a:lnTo>
                <a:lnTo>
                  <a:pt x="16509" y="50165"/>
                </a:lnTo>
                <a:lnTo>
                  <a:pt x="18922" y="49276"/>
                </a:lnTo>
                <a:lnTo>
                  <a:pt x="21589" y="48260"/>
                </a:lnTo>
                <a:lnTo>
                  <a:pt x="27686" y="46736"/>
                </a:lnTo>
                <a:lnTo>
                  <a:pt x="31114" y="46228"/>
                </a:lnTo>
                <a:lnTo>
                  <a:pt x="66271" y="46228"/>
                </a:lnTo>
                <a:lnTo>
                  <a:pt x="65277" y="44704"/>
                </a:lnTo>
                <a:lnTo>
                  <a:pt x="59943" y="39878"/>
                </a:lnTo>
                <a:lnTo>
                  <a:pt x="56514" y="38100"/>
                </a:lnTo>
                <a:lnTo>
                  <a:pt x="52196" y="36830"/>
                </a:lnTo>
                <a:lnTo>
                  <a:pt x="47878" y="35687"/>
                </a:lnTo>
                <a:lnTo>
                  <a:pt x="42671" y="35052"/>
                </a:lnTo>
                <a:close/>
              </a:path>
              <a:path w="273050" h="118745">
                <a:moveTo>
                  <a:pt x="110426" y="116967"/>
                </a:moveTo>
                <a:lnTo>
                  <a:pt x="102742" y="116967"/>
                </a:lnTo>
                <a:lnTo>
                  <a:pt x="103758" y="117094"/>
                </a:lnTo>
                <a:lnTo>
                  <a:pt x="109474" y="117094"/>
                </a:lnTo>
                <a:lnTo>
                  <a:pt x="110426" y="116967"/>
                </a:lnTo>
                <a:close/>
              </a:path>
              <a:path w="273050" h="118745">
                <a:moveTo>
                  <a:pt x="168402" y="116967"/>
                </a:moveTo>
                <a:lnTo>
                  <a:pt x="160654" y="116967"/>
                </a:lnTo>
                <a:lnTo>
                  <a:pt x="161670" y="117094"/>
                </a:lnTo>
                <a:lnTo>
                  <a:pt x="167386" y="117094"/>
                </a:lnTo>
                <a:lnTo>
                  <a:pt x="168402" y="116967"/>
                </a:lnTo>
                <a:close/>
              </a:path>
              <a:path w="273050" h="118745">
                <a:moveTo>
                  <a:pt x="112310" y="116586"/>
                </a:moveTo>
                <a:lnTo>
                  <a:pt x="100964" y="116586"/>
                </a:lnTo>
                <a:lnTo>
                  <a:pt x="102107" y="116967"/>
                </a:lnTo>
                <a:lnTo>
                  <a:pt x="110913" y="116967"/>
                </a:lnTo>
                <a:lnTo>
                  <a:pt x="112310" y="116586"/>
                </a:lnTo>
                <a:close/>
              </a:path>
              <a:path w="273050" h="118745">
                <a:moveTo>
                  <a:pt x="170179" y="116586"/>
                </a:moveTo>
                <a:lnTo>
                  <a:pt x="158876" y="116586"/>
                </a:lnTo>
                <a:lnTo>
                  <a:pt x="160019" y="116967"/>
                </a:lnTo>
                <a:lnTo>
                  <a:pt x="169037" y="116967"/>
                </a:lnTo>
                <a:lnTo>
                  <a:pt x="170179" y="116586"/>
                </a:lnTo>
                <a:close/>
              </a:path>
              <a:path w="273050" h="118745">
                <a:moveTo>
                  <a:pt x="110236" y="36449"/>
                </a:moveTo>
                <a:lnTo>
                  <a:pt x="101472" y="36449"/>
                </a:lnTo>
                <a:lnTo>
                  <a:pt x="100711" y="36576"/>
                </a:lnTo>
                <a:lnTo>
                  <a:pt x="100202" y="36830"/>
                </a:lnTo>
                <a:lnTo>
                  <a:pt x="99567" y="37084"/>
                </a:lnTo>
                <a:lnTo>
                  <a:pt x="99187" y="37338"/>
                </a:lnTo>
                <a:lnTo>
                  <a:pt x="99059" y="37719"/>
                </a:lnTo>
                <a:lnTo>
                  <a:pt x="98805" y="37973"/>
                </a:lnTo>
                <a:lnTo>
                  <a:pt x="98805" y="115316"/>
                </a:lnTo>
                <a:lnTo>
                  <a:pt x="99059" y="115570"/>
                </a:lnTo>
                <a:lnTo>
                  <a:pt x="99313" y="115951"/>
                </a:lnTo>
                <a:lnTo>
                  <a:pt x="99694" y="116205"/>
                </a:lnTo>
                <a:lnTo>
                  <a:pt x="100647" y="116586"/>
                </a:lnTo>
                <a:lnTo>
                  <a:pt x="112458" y="116586"/>
                </a:lnTo>
                <a:lnTo>
                  <a:pt x="113411" y="116205"/>
                </a:lnTo>
                <a:lnTo>
                  <a:pt x="113791" y="115951"/>
                </a:lnTo>
                <a:lnTo>
                  <a:pt x="114045" y="115570"/>
                </a:lnTo>
                <a:lnTo>
                  <a:pt x="114300" y="115316"/>
                </a:lnTo>
                <a:lnTo>
                  <a:pt x="114426" y="61595"/>
                </a:lnTo>
                <a:lnTo>
                  <a:pt x="118744" y="56769"/>
                </a:lnTo>
                <a:lnTo>
                  <a:pt x="122808" y="53213"/>
                </a:lnTo>
                <a:lnTo>
                  <a:pt x="126745" y="50800"/>
                </a:lnTo>
                <a:lnTo>
                  <a:pt x="129895" y="48768"/>
                </a:lnTo>
                <a:lnTo>
                  <a:pt x="112902" y="48768"/>
                </a:lnTo>
                <a:lnTo>
                  <a:pt x="112775" y="37973"/>
                </a:lnTo>
                <a:lnTo>
                  <a:pt x="112521" y="37719"/>
                </a:lnTo>
                <a:lnTo>
                  <a:pt x="112394" y="37338"/>
                </a:lnTo>
                <a:lnTo>
                  <a:pt x="112013" y="37084"/>
                </a:lnTo>
                <a:lnTo>
                  <a:pt x="110997" y="36576"/>
                </a:lnTo>
                <a:lnTo>
                  <a:pt x="110236" y="36449"/>
                </a:lnTo>
                <a:close/>
              </a:path>
              <a:path w="273050" h="118745">
                <a:moveTo>
                  <a:pt x="167801" y="46990"/>
                </a:moveTo>
                <a:lnTo>
                  <a:pt x="141604" y="46990"/>
                </a:lnTo>
                <a:lnTo>
                  <a:pt x="144271" y="47498"/>
                </a:lnTo>
                <a:lnTo>
                  <a:pt x="148843" y="49530"/>
                </a:lnTo>
                <a:lnTo>
                  <a:pt x="156844" y="115316"/>
                </a:lnTo>
                <a:lnTo>
                  <a:pt x="157099" y="115570"/>
                </a:lnTo>
                <a:lnTo>
                  <a:pt x="157352" y="115951"/>
                </a:lnTo>
                <a:lnTo>
                  <a:pt x="157733" y="116205"/>
                </a:lnTo>
                <a:lnTo>
                  <a:pt x="158686" y="116586"/>
                </a:lnTo>
                <a:lnTo>
                  <a:pt x="170561" y="116586"/>
                </a:lnTo>
                <a:lnTo>
                  <a:pt x="171322" y="116205"/>
                </a:lnTo>
                <a:lnTo>
                  <a:pt x="171703" y="115951"/>
                </a:lnTo>
                <a:lnTo>
                  <a:pt x="171957" y="115570"/>
                </a:lnTo>
                <a:lnTo>
                  <a:pt x="172212" y="115316"/>
                </a:lnTo>
                <a:lnTo>
                  <a:pt x="172187" y="61595"/>
                </a:lnTo>
                <a:lnTo>
                  <a:pt x="168020" y="47244"/>
                </a:lnTo>
                <a:lnTo>
                  <a:pt x="167801" y="46990"/>
                </a:lnTo>
                <a:close/>
              </a:path>
              <a:path w="273050" h="118745">
                <a:moveTo>
                  <a:pt x="147446" y="35052"/>
                </a:moveTo>
                <a:lnTo>
                  <a:pt x="136905" y="35052"/>
                </a:lnTo>
                <a:lnTo>
                  <a:pt x="132079" y="36068"/>
                </a:lnTo>
                <a:lnTo>
                  <a:pt x="127253" y="38354"/>
                </a:lnTo>
                <a:lnTo>
                  <a:pt x="122554" y="40513"/>
                </a:lnTo>
                <a:lnTo>
                  <a:pt x="117728" y="44069"/>
                </a:lnTo>
                <a:lnTo>
                  <a:pt x="112902" y="48768"/>
                </a:lnTo>
                <a:lnTo>
                  <a:pt x="129895" y="48768"/>
                </a:lnTo>
                <a:lnTo>
                  <a:pt x="130682" y="48260"/>
                </a:lnTo>
                <a:lnTo>
                  <a:pt x="134619" y="46990"/>
                </a:lnTo>
                <a:lnTo>
                  <a:pt x="167801" y="46990"/>
                </a:lnTo>
                <a:lnTo>
                  <a:pt x="165607" y="44450"/>
                </a:lnTo>
                <a:lnTo>
                  <a:pt x="163194" y="41529"/>
                </a:lnTo>
                <a:lnTo>
                  <a:pt x="160019" y="39243"/>
                </a:lnTo>
                <a:lnTo>
                  <a:pt x="156503" y="37719"/>
                </a:lnTo>
                <a:lnTo>
                  <a:pt x="152272" y="35814"/>
                </a:lnTo>
                <a:lnTo>
                  <a:pt x="147446" y="35052"/>
                </a:lnTo>
                <a:close/>
              </a:path>
              <a:path w="273050" h="118745">
                <a:moveTo>
                  <a:pt x="235838" y="35052"/>
                </a:moveTo>
                <a:lnTo>
                  <a:pt x="224789" y="35052"/>
                </a:lnTo>
                <a:lnTo>
                  <a:pt x="219455" y="36068"/>
                </a:lnTo>
                <a:lnTo>
                  <a:pt x="196341" y="59944"/>
                </a:lnTo>
                <a:lnTo>
                  <a:pt x="194690" y="65151"/>
                </a:lnTo>
                <a:lnTo>
                  <a:pt x="193928" y="71120"/>
                </a:lnTo>
                <a:lnTo>
                  <a:pt x="193990" y="83566"/>
                </a:lnTo>
                <a:lnTo>
                  <a:pt x="194440" y="87249"/>
                </a:lnTo>
                <a:lnTo>
                  <a:pt x="194563" y="88265"/>
                </a:lnTo>
                <a:lnTo>
                  <a:pt x="222376" y="118237"/>
                </a:lnTo>
                <a:lnTo>
                  <a:pt x="234441" y="118237"/>
                </a:lnTo>
                <a:lnTo>
                  <a:pt x="239775" y="116967"/>
                </a:lnTo>
                <a:lnTo>
                  <a:pt x="249427" y="112141"/>
                </a:lnTo>
                <a:lnTo>
                  <a:pt x="254126" y="108839"/>
                </a:lnTo>
                <a:lnTo>
                  <a:pt x="256741" y="106299"/>
                </a:lnTo>
                <a:lnTo>
                  <a:pt x="227329" y="106299"/>
                </a:lnTo>
                <a:lnTo>
                  <a:pt x="223900" y="105410"/>
                </a:lnTo>
                <a:lnTo>
                  <a:pt x="221233" y="103759"/>
                </a:lnTo>
                <a:lnTo>
                  <a:pt x="218439" y="102108"/>
                </a:lnTo>
                <a:lnTo>
                  <a:pt x="216280" y="99822"/>
                </a:lnTo>
                <a:lnTo>
                  <a:pt x="214629" y="96901"/>
                </a:lnTo>
                <a:lnTo>
                  <a:pt x="213054" y="94234"/>
                </a:lnTo>
                <a:lnTo>
                  <a:pt x="212978" y="94107"/>
                </a:lnTo>
                <a:lnTo>
                  <a:pt x="211836" y="90932"/>
                </a:lnTo>
                <a:lnTo>
                  <a:pt x="211200" y="87249"/>
                </a:lnTo>
                <a:lnTo>
                  <a:pt x="210438" y="83566"/>
                </a:lnTo>
                <a:lnTo>
                  <a:pt x="210184" y="79883"/>
                </a:lnTo>
                <a:lnTo>
                  <a:pt x="210184" y="72517"/>
                </a:lnTo>
                <a:lnTo>
                  <a:pt x="221995" y="49530"/>
                </a:lnTo>
                <a:lnTo>
                  <a:pt x="224662" y="47752"/>
                </a:lnTo>
                <a:lnTo>
                  <a:pt x="228091" y="46990"/>
                </a:lnTo>
                <a:lnTo>
                  <a:pt x="272466" y="46990"/>
                </a:lnTo>
                <a:lnTo>
                  <a:pt x="272465" y="46482"/>
                </a:lnTo>
                <a:lnTo>
                  <a:pt x="256793" y="46482"/>
                </a:lnTo>
                <a:lnTo>
                  <a:pt x="252865" y="42799"/>
                </a:lnTo>
                <a:lnTo>
                  <a:pt x="248850" y="40005"/>
                </a:lnTo>
                <a:lnTo>
                  <a:pt x="244475" y="37973"/>
                </a:lnTo>
                <a:lnTo>
                  <a:pt x="240664" y="36068"/>
                </a:lnTo>
                <a:lnTo>
                  <a:pt x="241064" y="36068"/>
                </a:lnTo>
                <a:lnTo>
                  <a:pt x="235838" y="35052"/>
                </a:lnTo>
                <a:close/>
              </a:path>
              <a:path w="273050" h="118745">
                <a:moveTo>
                  <a:pt x="260857" y="116713"/>
                </a:moveTo>
                <a:lnTo>
                  <a:pt x="260603" y="116713"/>
                </a:lnTo>
                <a:lnTo>
                  <a:pt x="263270" y="117094"/>
                </a:lnTo>
                <a:lnTo>
                  <a:pt x="268096" y="117094"/>
                </a:lnTo>
                <a:lnTo>
                  <a:pt x="268986" y="116967"/>
                </a:lnTo>
                <a:lnTo>
                  <a:pt x="262127" y="116967"/>
                </a:lnTo>
                <a:lnTo>
                  <a:pt x="260857" y="116713"/>
                </a:lnTo>
                <a:close/>
              </a:path>
              <a:path w="273050" h="118745">
                <a:moveTo>
                  <a:pt x="272530" y="104521"/>
                </a:moveTo>
                <a:lnTo>
                  <a:pt x="258571" y="104521"/>
                </a:lnTo>
                <a:lnTo>
                  <a:pt x="258571" y="114935"/>
                </a:lnTo>
                <a:lnTo>
                  <a:pt x="262127" y="116967"/>
                </a:lnTo>
                <a:lnTo>
                  <a:pt x="269240" y="116967"/>
                </a:lnTo>
                <a:lnTo>
                  <a:pt x="272530" y="104521"/>
                </a:lnTo>
                <a:close/>
              </a:path>
              <a:path w="273050" h="118745">
                <a:moveTo>
                  <a:pt x="270764" y="116713"/>
                </a:moveTo>
                <a:lnTo>
                  <a:pt x="270509" y="116713"/>
                </a:lnTo>
                <a:lnTo>
                  <a:pt x="269240" y="116967"/>
                </a:lnTo>
                <a:lnTo>
                  <a:pt x="268986" y="116967"/>
                </a:lnTo>
                <a:lnTo>
                  <a:pt x="270764" y="116713"/>
                </a:lnTo>
                <a:close/>
              </a:path>
              <a:path w="273050" h="118745">
                <a:moveTo>
                  <a:pt x="272466" y="46990"/>
                </a:moveTo>
                <a:lnTo>
                  <a:pt x="236474" y="46990"/>
                </a:lnTo>
                <a:lnTo>
                  <a:pt x="240537" y="48133"/>
                </a:lnTo>
                <a:lnTo>
                  <a:pt x="244475" y="50673"/>
                </a:lnTo>
                <a:lnTo>
                  <a:pt x="248412" y="53086"/>
                </a:lnTo>
                <a:lnTo>
                  <a:pt x="252602" y="56642"/>
                </a:lnTo>
                <a:lnTo>
                  <a:pt x="256793" y="61214"/>
                </a:lnTo>
                <a:lnTo>
                  <a:pt x="256793" y="91567"/>
                </a:lnTo>
                <a:lnTo>
                  <a:pt x="243458" y="102997"/>
                </a:lnTo>
                <a:lnTo>
                  <a:pt x="241426" y="104267"/>
                </a:lnTo>
                <a:lnTo>
                  <a:pt x="239394" y="105029"/>
                </a:lnTo>
                <a:lnTo>
                  <a:pt x="235584" y="106045"/>
                </a:lnTo>
                <a:lnTo>
                  <a:pt x="233552" y="106299"/>
                </a:lnTo>
                <a:lnTo>
                  <a:pt x="256741" y="106299"/>
                </a:lnTo>
                <a:lnTo>
                  <a:pt x="258571" y="104521"/>
                </a:lnTo>
                <a:lnTo>
                  <a:pt x="272530" y="104521"/>
                </a:lnTo>
                <a:lnTo>
                  <a:pt x="272466" y="46990"/>
                </a:lnTo>
                <a:close/>
              </a:path>
              <a:path w="273050" h="118745">
                <a:moveTo>
                  <a:pt x="271399" y="635"/>
                </a:moveTo>
                <a:lnTo>
                  <a:pt x="257809" y="635"/>
                </a:lnTo>
                <a:lnTo>
                  <a:pt x="257301" y="1016"/>
                </a:lnTo>
                <a:lnTo>
                  <a:pt x="257175" y="1397"/>
                </a:lnTo>
                <a:lnTo>
                  <a:pt x="256920" y="1651"/>
                </a:lnTo>
                <a:lnTo>
                  <a:pt x="256793" y="46482"/>
                </a:lnTo>
                <a:lnTo>
                  <a:pt x="272465" y="46482"/>
                </a:lnTo>
                <a:lnTo>
                  <a:pt x="272414" y="1651"/>
                </a:lnTo>
                <a:lnTo>
                  <a:pt x="272161" y="1397"/>
                </a:lnTo>
                <a:lnTo>
                  <a:pt x="271906" y="1016"/>
                </a:lnTo>
                <a:lnTo>
                  <a:pt x="271399" y="635"/>
                </a:lnTo>
                <a:close/>
              </a:path>
              <a:path w="273050" h="118745">
                <a:moveTo>
                  <a:pt x="260857" y="0"/>
                </a:moveTo>
                <a:lnTo>
                  <a:pt x="260604" y="0"/>
                </a:lnTo>
                <a:lnTo>
                  <a:pt x="259079" y="254"/>
                </a:lnTo>
                <a:lnTo>
                  <a:pt x="258127" y="635"/>
                </a:lnTo>
                <a:lnTo>
                  <a:pt x="271208" y="635"/>
                </a:lnTo>
                <a:lnTo>
                  <a:pt x="270255" y="254"/>
                </a:lnTo>
                <a:lnTo>
                  <a:pt x="258826" y="254"/>
                </a:lnTo>
                <a:lnTo>
                  <a:pt x="260857" y="0"/>
                </a:lnTo>
                <a:close/>
              </a:path>
              <a:path w="273050" h="118745">
                <a:moveTo>
                  <a:pt x="268477" y="0"/>
                </a:moveTo>
                <a:lnTo>
                  <a:pt x="260857" y="0"/>
                </a:lnTo>
                <a:lnTo>
                  <a:pt x="258826" y="254"/>
                </a:lnTo>
                <a:lnTo>
                  <a:pt x="270509" y="254"/>
                </a:lnTo>
                <a:lnTo>
                  <a:pt x="268477" y="0"/>
                </a:lnTo>
                <a:close/>
              </a:path>
              <a:path w="273050" h="118745">
                <a:moveTo>
                  <a:pt x="268731" y="0"/>
                </a:moveTo>
                <a:lnTo>
                  <a:pt x="268477" y="0"/>
                </a:lnTo>
                <a:lnTo>
                  <a:pt x="270509" y="254"/>
                </a:lnTo>
                <a:lnTo>
                  <a:pt x="270255" y="254"/>
                </a:lnTo>
                <a:lnTo>
                  <a:pt x="268731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35166" y="6793610"/>
            <a:ext cx="723391" cy="113284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6827901" y="6851522"/>
            <a:ext cx="147955" cy="12700"/>
          </a:xfrm>
          <a:custGeom>
            <a:avLst/>
            <a:gdLst/>
            <a:ahLst/>
            <a:cxnLst/>
            <a:rect l="l" t="t" r="r" b="b"/>
            <a:pathLst>
              <a:path w="147954" h="12700">
                <a:moveTo>
                  <a:pt x="145415" y="0"/>
                </a:moveTo>
                <a:lnTo>
                  <a:pt x="2667" y="0"/>
                </a:lnTo>
                <a:lnTo>
                  <a:pt x="1777" y="507"/>
                </a:lnTo>
                <a:lnTo>
                  <a:pt x="380" y="2412"/>
                </a:lnTo>
                <a:lnTo>
                  <a:pt x="0" y="3937"/>
                </a:lnTo>
                <a:lnTo>
                  <a:pt x="0" y="8381"/>
                </a:lnTo>
                <a:lnTo>
                  <a:pt x="380" y="10032"/>
                </a:lnTo>
                <a:lnTo>
                  <a:pt x="1904" y="11811"/>
                </a:lnTo>
                <a:lnTo>
                  <a:pt x="2794" y="12318"/>
                </a:lnTo>
                <a:lnTo>
                  <a:pt x="145288" y="12318"/>
                </a:lnTo>
                <a:lnTo>
                  <a:pt x="146050" y="11811"/>
                </a:lnTo>
                <a:lnTo>
                  <a:pt x="147574" y="10032"/>
                </a:lnTo>
                <a:lnTo>
                  <a:pt x="147954" y="8381"/>
                </a:lnTo>
                <a:lnTo>
                  <a:pt x="147954" y="6095"/>
                </a:lnTo>
                <a:lnTo>
                  <a:pt x="147954" y="3937"/>
                </a:lnTo>
                <a:lnTo>
                  <a:pt x="147574" y="2412"/>
                </a:lnTo>
                <a:lnTo>
                  <a:pt x="146303" y="507"/>
                </a:lnTo>
                <a:lnTo>
                  <a:pt x="145415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50913" y="6787642"/>
            <a:ext cx="801369" cy="11925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18068" y="6788277"/>
            <a:ext cx="959484" cy="11861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937243" y="6788277"/>
            <a:ext cx="870838" cy="1475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872091" y="6823709"/>
            <a:ext cx="70230" cy="8318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012933" y="6788277"/>
            <a:ext cx="478536" cy="14770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9053" y="7016750"/>
            <a:ext cx="855383" cy="147701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33525" y="7016115"/>
            <a:ext cx="1567942" cy="11938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165855" y="7016750"/>
            <a:ext cx="510413" cy="11874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751071" y="7022210"/>
            <a:ext cx="518032" cy="11328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00062" y="7381316"/>
            <a:ext cx="10229481" cy="638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746" y="0"/>
                </a:moveTo>
                <a:lnTo>
                  <a:pt x="0" y="0"/>
                </a:lnTo>
                <a:lnTo>
                  <a:pt x="0" y="6438264"/>
                </a:lnTo>
                <a:lnTo>
                  <a:pt x="11429746" y="6438264"/>
                </a:lnTo>
                <a:lnTo>
                  <a:pt x="11429746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62" y="1352422"/>
            <a:ext cx="1000137" cy="2667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0991" y="1800351"/>
            <a:ext cx="1105535" cy="294005"/>
          </a:xfrm>
          <a:custGeom>
            <a:avLst/>
            <a:gdLst/>
            <a:ahLst/>
            <a:cxnLst/>
            <a:rect l="l" t="t" r="r" b="b"/>
            <a:pathLst>
              <a:path w="1105535" h="294005">
                <a:moveTo>
                  <a:pt x="50310" y="19431"/>
                </a:moveTo>
                <a:lnTo>
                  <a:pt x="15980" y="19431"/>
                </a:lnTo>
                <a:lnTo>
                  <a:pt x="6747" y="20193"/>
                </a:lnTo>
                <a:lnTo>
                  <a:pt x="7812" y="20193"/>
                </a:lnTo>
                <a:lnTo>
                  <a:pt x="4971" y="20955"/>
                </a:lnTo>
                <a:lnTo>
                  <a:pt x="920" y="24002"/>
                </a:lnTo>
                <a:lnTo>
                  <a:pt x="211" y="25654"/>
                </a:lnTo>
                <a:lnTo>
                  <a:pt x="0" y="26288"/>
                </a:lnTo>
                <a:lnTo>
                  <a:pt x="42" y="27050"/>
                </a:lnTo>
                <a:lnTo>
                  <a:pt x="141" y="28829"/>
                </a:lnTo>
                <a:lnTo>
                  <a:pt x="225" y="30352"/>
                </a:lnTo>
                <a:lnTo>
                  <a:pt x="310" y="31876"/>
                </a:lnTo>
                <a:lnTo>
                  <a:pt x="1123" y="35813"/>
                </a:lnTo>
                <a:lnTo>
                  <a:pt x="2583" y="40767"/>
                </a:lnTo>
                <a:lnTo>
                  <a:pt x="73995" y="275082"/>
                </a:lnTo>
                <a:lnTo>
                  <a:pt x="74973" y="278511"/>
                </a:lnTo>
                <a:lnTo>
                  <a:pt x="76065" y="280924"/>
                </a:lnTo>
                <a:lnTo>
                  <a:pt x="76180" y="281177"/>
                </a:lnTo>
                <a:lnTo>
                  <a:pt x="77640" y="283083"/>
                </a:lnTo>
                <a:lnTo>
                  <a:pt x="79101" y="285114"/>
                </a:lnTo>
                <a:lnTo>
                  <a:pt x="81450" y="286638"/>
                </a:lnTo>
                <a:lnTo>
                  <a:pt x="84689" y="287655"/>
                </a:lnTo>
                <a:lnTo>
                  <a:pt x="87927" y="288798"/>
                </a:lnTo>
                <a:lnTo>
                  <a:pt x="92334" y="289433"/>
                </a:lnTo>
                <a:lnTo>
                  <a:pt x="97922" y="289813"/>
                </a:lnTo>
                <a:lnTo>
                  <a:pt x="103510" y="290068"/>
                </a:lnTo>
                <a:lnTo>
                  <a:pt x="111003" y="290322"/>
                </a:lnTo>
                <a:lnTo>
                  <a:pt x="129304" y="290322"/>
                </a:lnTo>
                <a:lnTo>
                  <a:pt x="136467" y="290068"/>
                </a:lnTo>
                <a:lnTo>
                  <a:pt x="141890" y="289813"/>
                </a:lnTo>
                <a:lnTo>
                  <a:pt x="147312" y="289433"/>
                </a:lnTo>
                <a:lnTo>
                  <a:pt x="150890" y="288798"/>
                </a:lnTo>
                <a:lnTo>
                  <a:pt x="151210" y="288798"/>
                </a:lnTo>
                <a:lnTo>
                  <a:pt x="154767" y="287655"/>
                </a:lnTo>
                <a:lnTo>
                  <a:pt x="157567" y="286638"/>
                </a:lnTo>
                <a:lnTo>
                  <a:pt x="157724" y="286638"/>
                </a:lnTo>
                <a:lnTo>
                  <a:pt x="165092" y="275082"/>
                </a:lnTo>
                <a:lnTo>
                  <a:pt x="175998" y="236093"/>
                </a:lnTo>
                <a:lnTo>
                  <a:pt x="122090" y="236093"/>
                </a:lnTo>
                <a:lnTo>
                  <a:pt x="66947" y="30352"/>
                </a:lnTo>
                <a:lnTo>
                  <a:pt x="66464" y="27686"/>
                </a:lnTo>
                <a:lnTo>
                  <a:pt x="65817" y="25654"/>
                </a:lnTo>
                <a:lnTo>
                  <a:pt x="65004" y="24257"/>
                </a:lnTo>
                <a:lnTo>
                  <a:pt x="64204" y="22733"/>
                </a:lnTo>
                <a:lnTo>
                  <a:pt x="62667" y="21717"/>
                </a:lnTo>
                <a:lnTo>
                  <a:pt x="58120" y="20193"/>
                </a:lnTo>
                <a:lnTo>
                  <a:pt x="55606" y="19812"/>
                </a:lnTo>
                <a:lnTo>
                  <a:pt x="56996" y="19812"/>
                </a:lnTo>
                <a:lnTo>
                  <a:pt x="50310" y="19431"/>
                </a:lnTo>
                <a:close/>
              </a:path>
              <a:path w="1105535" h="294005">
                <a:moveTo>
                  <a:pt x="273968" y="104901"/>
                </a:moveTo>
                <a:lnTo>
                  <a:pt x="213187" y="104901"/>
                </a:lnTo>
                <a:lnTo>
                  <a:pt x="263467" y="275082"/>
                </a:lnTo>
                <a:lnTo>
                  <a:pt x="264279" y="278511"/>
                </a:lnTo>
                <a:lnTo>
                  <a:pt x="265302" y="280924"/>
                </a:lnTo>
                <a:lnTo>
                  <a:pt x="265410" y="281177"/>
                </a:lnTo>
                <a:lnTo>
                  <a:pt x="266870" y="283083"/>
                </a:lnTo>
                <a:lnTo>
                  <a:pt x="268331" y="285114"/>
                </a:lnTo>
                <a:lnTo>
                  <a:pt x="270668" y="286638"/>
                </a:lnTo>
                <a:lnTo>
                  <a:pt x="273906" y="287655"/>
                </a:lnTo>
                <a:lnTo>
                  <a:pt x="277145" y="288798"/>
                </a:lnTo>
                <a:lnTo>
                  <a:pt x="281564" y="289433"/>
                </a:lnTo>
                <a:lnTo>
                  <a:pt x="287152" y="289813"/>
                </a:lnTo>
                <a:lnTo>
                  <a:pt x="292740" y="290068"/>
                </a:lnTo>
                <a:lnTo>
                  <a:pt x="300144" y="290322"/>
                </a:lnTo>
                <a:lnTo>
                  <a:pt x="317632" y="290322"/>
                </a:lnTo>
                <a:lnTo>
                  <a:pt x="342892" y="287655"/>
                </a:lnTo>
                <a:lnTo>
                  <a:pt x="346296" y="286638"/>
                </a:lnTo>
                <a:lnTo>
                  <a:pt x="348849" y="285114"/>
                </a:lnTo>
                <a:lnTo>
                  <a:pt x="350551" y="283083"/>
                </a:lnTo>
                <a:lnTo>
                  <a:pt x="352252" y="281177"/>
                </a:lnTo>
                <a:lnTo>
                  <a:pt x="353586" y="278511"/>
                </a:lnTo>
                <a:lnTo>
                  <a:pt x="354564" y="275082"/>
                </a:lnTo>
                <a:lnTo>
                  <a:pt x="366599" y="236093"/>
                </a:lnTo>
                <a:lnTo>
                  <a:pt x="312044" y="236093"/>
                </a:lnTo>
                <a:lnTo>
                  <a:pt x="273968" y="104901"/>
                </a:lnTo>
                <a:close/>
              </a:path>
              <a:path w="1105535" h="294005">
                <a:moveTo>
                  <a:pt x="231647" y="19431"/>
                </a:moveTo>
                <a:lnTo>
                  <a:pt x="200794" y="19431"/>
                </a:lnTo>
                <a:lnTo>
                  <a:pt x="192044" y="20193"/>
                </a:lnTo>
                <a:lnTo>
                  <a:pt x="192817" y="20193"/>
                </a:lnTo>
                <a:lnTo>
                  <a:pt x="190073" y="20700"/>
                </a:lnTo>
                <a:lnTo>
                  <a:pt x="179659" y="31876"/>
                </a:lnTo>
                <a:lnTo>
                  <a:pt x="122332" y="236093"/>
                </a:lnTo>
                <a:lnTo>
                  <a:pt x="175998" y="236093"/>
                </a:lnTo>
                <a:lnTo>
                  <a:pt x="212692" y="104901"/>
                </a:lnTo>
                <a:lnTo>
                  <a:pt x="273968" y="104901"/>
                </a:lnTo>
                <a:lnTo>
                  <a:pt x="252884" y="32258"/>
                </a:lnTo>
                <a:lnTo>
                  <a:pt x="252773" y="31876"/>
                </a:lnTo>
                <a:lnTo>
                  <a:pt x="252155" y="29210"/>
                </a:lnTo>
                <a:lnTo>
                  <a:pt x="252027" y="28829"/>
                </a:lnTo>
                <a:lnTo>
                  <a:pt x="251335" y="27050"/>
                </a:lnTo>
                <a:lnTo>
                  <a:pt x="250889" y="26288"/>
                </a:lnTo>
                <a:lnTo>
                  <a:pt x="249150" y="23749"/>
                </a:lnTo>
                <a:lnTo>
                  <a:pt x="249342" y="23749"/>
                </a:lnTo>
                <a:lnTo>
                  <a:pt x="247147" y="22225"/>
                </a:lnTo>
                <a:lnTo>
                  <a:pt x="242131" y="20447"/>
                </a:lnTo>
                <a:lnTo>
                  <a:pt x="238562" y="19812"/>
                </a:lnTo>
                <a:lnTo>
                  <a:pt x="231647" y="19431"/>
                </a:lnTo>
                <a:close/>
              </a:path>
              <a:path w="1105535" h="294005">
                <a:moveTo>
                  <a:pt x="422703" y="20193"/>
                </a:moveTo>
                <a:lnTo>
                  <a:pt x="379087" y="20193"/>
                </a:lnTo>
                <a:lnTo>
                  <a:pt x="376497" y="20700"/>
                </a:lnTo>
                <a:lnTo>
                  <a:pt x="367670" y="30987"/>
                </a:lnTo>
                <a:lnTo>
                  <a:pt x="312539" y="236093"/>
                </a:lnTo>
                <a:lnTo>
                  <a:pt x="366599" y="236093"/>
                </a:lnTo>
                <a:lnTo>
                  <a:pt x="426700" y="41401"/>
                </a:lnTo>
                <a:lnTo>
                  <a:pt x="428160" y="36195"/>
                </a:lnTo>
                <a:lnTo>
                  <a:pt x="429011" y="32258"/>
                </a:lnTo>
                <a:lnTo>
                  <a:pt x="429114" y="30987"/>
                </a:lnTo>
                <a:lnTo>
                  <a:pt x="429165" y="30352"/>
                </a:lnTo>
                <a:lnTo>
                  <a:pt x="429288" y="28829"/>
                </a:lnTo>
                <a:lnTo>
                  <a:pt x="429381" y="27686"/>
                </a:lnTo>
                <a:lnTo>
                  <a:pt x="429494" y="26288"/>
                </a:lnTo>
                <a:lnTo>
                  <a:pt x="428816" y="24257"/>
                </a:lnTo>
                <a:lnTo>
                  <a:pt x="428732" y="24002"/>
                </a:lnTo>
                <a:lnTo>
                  <a:pt x="425163" y="20955"/>
                </a:lnTo>
                <a:lnTo>
                  <a:pt x="422703" y="20193"/>
                </a:lnTo>
                <a:close/>
              </a:path>
              <a:path w="1105535" h="294005">
                <a:moveTo>
                  <a:pt x="415678" y="19431"/>
                </a:moveTo>
                <a:lnTo>
                  <a:pt x="386752" y="19431"/>
                </a:lnTo>
                <a:lnTo>
                  <a:pt x="378332" y="20193"/>
                </a:lnTo>
                <a:lnTo>
                  <a:pt x="423616" y="20193"/>
                </a:lnTo>
                <a:lnTo>
                  <a:pt x="415678" y="19431"/>
                </a:lnTo>
                <a:close/>
              </a:path>
              <a:path w="1105535" h="294005">
                <a:moveTo>
                  <a:pt x="39832" y="19176"/>
                </a:moveTo>
                <a:lnTo>
                  <a:pt x="23957" y="19176"/>
                </a:lnTo>
                <a:lnTo>
                  <a:pt x="11080" y="19431"/>
                </a:lnTo>
                <a:lnTo>
                  <a:pt x="51897" y="19431"/>
                </a:lnTo>
                <a:lnTo>
                  <a:pt x="39832" y="19176"/>
                </a:lnTo>
                <a:close/>
              </a:path>
              <a:path w="1105535" h="294005">
                <a:moveTo>
                  <a:pt x="223144" y="19176"/>
                </a:moveTo>
                <a:lnTo>
                  <a:pt x="208082" y="19176"/>
                </a:lnTo>
                <a:lnTo>
                  <a:pt x="196423" y="19431"/>
                </a:lnTo>
                <a:lnTo>
                  <a:pt x="235539" y="19431"/>
                </a:lnTo>
                <a:lnTo>
                  <a:pt x="223144" y="19176"/>
                </a:lnTo>
                <a:close/>
              </a:path>
              <a:path w="1105535" h="294005">
                <a:moveTo>
                  <a:pt x="408805" y="19176"/>
                </a:moveTo>
                <a:lnTo>
                  <a:pt x="394073" y="19176"/>
                </a:lnTo>
                <a:lnTo>
                  <a:pt x="382237" y="19431"/>
                </a:lnTo>
                <a:lnTo>
                  <a:pt x="419905" y="19431"/>
                </a:lnTo>
                <a:lnTo>
                  <a:pt x="408805" y="19176"/>
                </a:lnTo>
                <a:close/>
              </a:path>
              <a:path w="1105535" h="294005">
                <a:moveTo>
                  <a:pt x="506253" y="0"/>
                </a:moveTo>
                <a:lnTo>
                  <a:pt x="494264" y="0"/>
                </a:lnTo>
                <a:lnTo>
                  <a:pt x="489323" y="254"/>
                </a:lnTo>
                <a:lnTo>
                  <a:pt x="469651" y="7620"/>
                </a:lnTo>
                <a:lnTo>
                  <a:pt x="469651" y="283337"/>
                </a:lnTo>
                <a:lnTo>
                  <a:pt x="470134" y="284607"/>
                </a:lnTo>
                <a:lnTo>
                  <a:pt x="472077" y="286638"/>
                </a:lnTo>
                <a:lnTo>
                  <a:pt x="473741" y="287527"/>
                </a:lnTo>
                <a:lnTo>
                  <a:pt x="476090" y="288163"/>
                </a:lnTo>
                <a:lnTo>
                  <a:pt x="478440" y="288925"/>
                </a:lnTo>
                <a:lnTo>
                  <a:pt x="481551" y="289433"/>
                </a:lnTo>
                <a:lnTo>
                  <a:pt x="485437" y="289813"/>
                </a:lnTo>
                <a:lnTo>
                  <a:pt x="489323" y="290068"/>
                </a:lnTo>
                <a:lnTo>
                  <a:pt x="494264" y="290322"/>
                </a:lnTo>
                <a:lnTo>
                  <a:pt x="506253" y="290322"/>
                </a:lnTo>
                <a:lnTo>
                  <a:pt x="524426" y="288163"/>
                </a:lnTo>
                <a:lnTo>
                  <a:pt x="526776" y="287527"/>
                </a:lnTo>
                <a:lnTo>
                  <a:pt x="528439" y="286638"/>
                </a:lnTo>
                <a:lnTo>
                  <a:pt x="530383" y="284607"/>
                </a:lnTo>
                <a:lnTo>
                  <a:pt x="530865" y="283337"/>
                </a:lnTo>
                <a:lnTo>
                  <a:pt x="530865" y="158876"/>
                </a:lnTo>
                <a:lnTo>
                  <a:pt x="537242" y="152330"/>
                </a:lnTo>
                <a:lnTo>
                  <a:pt x="571429" y="130429"/>
                </a:lnTo>
                <a:lnTo>
                  <a:pt x="671422" y="130429"/>
                </a:lnTo>
                <a:lnTo>
                  <a:pt x="670063" y="126474"/>
                </a:lnTo>
                <a:lnTo>
                  <a:pt x="667023" y="119935"/>
                </a:lnTo>
                <a:lnTo>
                  <a:pt x="663339" y="113849"/>
                </a:lnTo>
                <a:lnTo>
                  <a:pt x="661438" y="111379"/>
                </a:lnTo>
                <a:lnTo>
                  <a:pt x="530865" y="111379"/>
                </a:lnTo>
                <a:lnTo>
                  <a:pt x="530865" y="7620"/>
                </a:lnTo>
                <a:lnTo>
                  <a:pt x="511193" y="254"/>
                </a:lnTo>
                <a:lnTo>
                  <a:pt x="506253" y="0"/>
                </a:lnTo>
                <a:close/>
              </a:path>
              <a:path w="1105535" h="294005">
                <a:moveTo>
                  <a:pt x="671422" y="130429"/>
                </a:moveTo>
                <a:lnTo>
                  <a:pt x="585361" y="130429"/>
                </a:lnTo>
                <a:lnTo>
                  <a:pt x="590746" y="131445"/>
                </a:lnTo>
                <a:lnTo>
                  <a:pt x="599966" y="135509"/>
                </a:lnTo>
                <a:lnTo>
                  <a:pt x="603738" y="138302"/>
                </a:lnTo>
                <a:lnTo>
                  <a:pt x="609567" y="145669"/>
                </a:lnTo>
                <a:lnTo>
                  <a:pt x="611790" y="149987"/>
                </a:lnTo>
                <a:lnTo>
                  <a:pt x="613326" y="155194"/>
                </a:lnTo>
                <a:lnTo>
                  <a:pt x="614876" y="160274"/>
                </a:lnTo>
                <a:lnTo>
                  <a:pt x="615638" y="167259"/>
                </a:lnTo>
                <a:lnTo>
                  <a:pt x="615638" y="283337"/>
                </a:lnTo>
                <a:lnTo>
                  <a:pt x="616120" y="284607"/>
                </a:lnTo>
                <a:lnTo>
                  <a:pt x="618063" y="286638"/>
                </a:lnTo>
                <a:lnTo>
                  <a:pt x="619689" y="287527"/>
                </a:lnTo>
                <a:lnTo>
                  <a:pt x="621950" y="288163"/>
                </a:lnTo>
                <a:lnTo>
                  <a:pt x="624223" y="288925"/>
                </a:lnTo>
                <a:lnTo>
                  <a:pt x="627334" y="289433"/>
                </a:lnTo>
                <a:lnTo>
                  <a:pt x="631309" y="289813"/>
                </a:lnTo>
                <a:lnTo>
                  <a:pt x="635272" y="290068"/>
                </a:lnTo>
                <a:lnTo>
                  <a:pt x="640250" y="290322"/>
                </a:lnTo>
                <a:lnTo>
                  <a:pt x="652074" y="290322"/>
                </a:lnTo>
                <a:lnTo>
                  <a:pt x="670311" y="288163"/>
                </a:lnTo>
                <a:lnTo>
                  <a:pt x="672597" y="287527"/>
                </a:lnTo>
                <a:lnTo>
                  <a:pt x="674121" y="286638"/>
                </a:lnTo>
                <a:lnTo>
                  <a:pt x="676153" y="284607"/>
                </a:lnTo>
                <a:lnTo>
                  <a:pt x="676661" y="283337"/>
                </a:lnTo>
                <a:lnTo>
                  <a:pt x="676631" y="167259"/>
                </a:lnTo>
                <a:lnTo>
                  <a:pt x="676446" y="160274"/>
                </a:lnTo>
                <a:lnTo>
                  <a:pt x="676399" y="158497"/>
                </a:lnTo>
                <a:lnTo>
                  <a:pt x="675667" y="149987"/>
                </a:lnTo>
                <a:lnTo>
                  <a:pt x="675613" y="149367"/>
                </a:lnTo>
                <a:lnTo>
                  <a:pt x="674412" y="141714"/>
                </a:lnTo>
                <a:lnTo>
                  <a:pt x="674304" y="141023"/>
                </a:lnTo>
                <a:lnTo>
                  <a:pt x="672470" y="133476"/>
                </a:lnTo>
                <a:lnTo>
                  <a:pt x="671422" y="130429"/>
                </a:lnTo>
                <a:close/>
              </a:path>
              <a:path w="1105535" h="294005">
                <a:moveTo>
                  <a:pt x="597185" y="84962"/>
                </a:moveTo>
                <a:lnTo>
                  <a:pt x="554891" y="95234"/>
                </a:lnTo>
                <a:lnTo>
                  <a:pt x="530865" y="111379"/>
                </a:lnTo>
                <a:lnTo>
                  <a:pt x="661438" y="111379"/>
                </a:lnTo>
                <a:lnTo>
                  <a:pt x="626442" y="88445"/>
                </a:lnTo>
                <a:lnTo>
                  <a:pt x="617991" y="86598"/>
                </a:lnTo>
                <a:lnTo>
                  <a:pt x="618358" y="86598"/>
                </a:lnTo>
                <a:lnTo>
                  <a:pt x="608003" y="85369"/>
                </a:lnTo>
                <a:lnTo>
                  <a:pt x="608462" y="85369"/>
                </a:lnTo>
                <a:lnTo>
                  <a:pt x="597185" y="84962"/>
                </a:lnTo>
                <a:close/>
              </a:path>
              <a:path w="1105535" h="294005">
                <a:moveTo>
                  <a:pt x="915436" y="124587"/>
                </a:moveTo>
                <a:lnTo>
                  <a:pt x="827664" y="124587"/>
                </a:lnTo>
                <a:lnTo>
                  <a:pt x="834141" y="125349"/>
                </a:lnTo>
                <a:lnTo>
                  <a:pt x="844682" y="128143"/>
                </a:lnTo>
                <a:lnTo>
                  <a:pt x="849000" y="130175"/>
                </a:lnTo>
                <a:lnTo>
                  <a:pt x="852048" y="133096"/>
                </a:lnTo>
                <a:lnTo>
                  <a:pt x="855223" y="136017"/>
                </a:lnTo>
                <a:lnTo>
                  <a:pt x="857509" y="139700"/>
                </a:lnTo>
                <a:lnTo>
                  <a:pt x="860303" y="148336"/>
                </a:lnTo>
                <a:lnTo>
                  <a:pt x="860938" y="153416"/>
                </a:lnTo>
                <a:lnTo>
                  <a:pt x="860938" y="170561"/>
                </a:lnTo>
                <a:lnTo>
                  <a:pt x="839856" y="170561"/>
                </a:lnTo>
                <a:lnTo>
                  <a:pt x="825829" y="170779"/>
                </a:lnTo>
                <a:lnTo>
                  <a:pt x="778555" y="176389"/>
                </a:lnTo>
                <a:lnTo>
                  <a:pt x="739621" y="194595"/>
                </a:lnTo>
                <a:lnTo>
                  <a:pt x="723016" y="233680"/>
                </a:lnTo>
                <a:lnTo>
                  <a:pt x="723313" y="239649"/>
                </a:lnTo>
                <a:lnTo>
                  <a:pt x="723375" y="240891"/>
                </a:lnTo>
                <a:lnTo>
                  <a:pt x="745241" y="278511"/>
                </a:lnTo>
                <a:lnTo>
                  <a:pt x="785405" y="292909"/>
                </a:lnTo>
                <a:lnTo>
                  <a:pt x="801883" y="293877"/>
                </a:lnTo>
                <a:lnTo>
                  <a:pt x="812123" y="293449"/>
                </a:lnTo>
                <a:lnTo>
                  <a:pt x="856176" y="278812"/>
                </a:lnTo>
                <a:lnTo>
                  <a:pt x="870463" y="267843"/>
                </a:lnTo>
                <a:lnTo>
                  <a:pt x="921009" y="267843"/>
                </a:lnTo>
                <a:lnTo>
                  <a:pt x="921009" y="256921"/>
                </a:lnTo>
                <a:lnTo>
                  <a:pt x="805058" y="256921"/>
                </a:lnTo>
                <a:lnTo>
                  <a:pt x="797057" y="254635"/>
                </a:lnTo>
                <a:lnTo>
                  <a:pt x="785627" y="245745"/>
                </a:lnTo>
                <a:lnTo>
                  <a:pt x="782706" y="239649"/>
                </a:lnTo>
                <a:lnTo>
                  <a:pt x="782706" y="227330"/>
                </a:lnTo>
                <a:lnTo>
                  <a:pt x="783722" y="223393"/>
                </a:lnTo>
                <a:lnTo>
                  <a:pt x="787786" y="216281"/>
                </a:lnTo>
                <a:lnTo>
                  <a:pt x="790961" y="213233"/>
                </a:lnTo>
                <a:lnTo>
                  <a:pt x="795406" y="210820"/>
                </a:lnTo>
                <a:lnTo>
                  <a:pt x="799724" y="208280"/>
                </a:lnTo>
                <a:lnTo>
                  <a:pt x="805439" y="206375"/>
                </a:lnTo>
                <a:lnTo>
                  <a:pt x="812424" y="205232"/>
                </a:lnTo>
                <a:lnTo>
                  <a:pt x="819282" y="203962"/>
                </a:lnTo>
                <a:lnTo>
                  <a:pt x="827791" y="203326"/>
                </a:lnTo>
                <a:lnTo>
                  <a:pt x="921009" y="203326"/>
                </a:lnTo>
                <a:lnTo>
                  <a:pt x="921009" y="157987"/>
                </a:lnTo>
                <a:lnTo>
                  <a:pt x="915757" y="125349"/>
                </a:lnTo>
                <a:lnTo>
                  <a:pt x="915675" y="125095"/>
                </a:lnTo>
                <a:lnTo>
                  <a:pt x="915525" y="124775"/>
                </a:lnTo>
                <a:lnTo>
                  <a:pt x="915436" y="124587"/>
                </a:lnTo>
                <a:close/>
              </a:path>
              <a:path w="1105535" h="294005">
                <a:moveTo>
                  <a:pt x="921009" y="267843"/>
                </a:moveTo>
                <a:lnTo>
                  <a:pt x="870463" y="267843"/>
                </a:lnTo>
                <a:lnTo>
                  <a:pt x="870463" y="284607"/>
                </a:lnTo>
                <a:lnTo>
                  <a:pt x="871098" y="286131"/>
                </a:lnTo>
                <a:lnTo>
                  <a:pt x="872495" y="287147"/>
                </a:lnTo>
                <a:lnTo>
                  <a:pt x="873892" y="288289"/>
                </a:lnTo>
                <a:lnTo>
                  <a:pt x="876178" y="289051"/>
                </a:lnTo>
                <a:lnTo>
                  <a:pt x="882909" y="290068"/>
                </a:lnTo>
                <a:lnTo>
                  <a:pt x="888116" y="290322"/>
                </a:lnTo>
                <a:lnTo>
                  <a:pt x="902213" y="290322"/>
                </a:lnTo>
                <a:lnTo>
                  <a:pt x="907420" y="290068"/>
                </a:lnTo>
                <a:lnTo>
                  <a:pt x="914405" y="289051"/>
                </a:lnTo>
                <a:lnTo>
                  <a:pt x="916945" y="288289"/>
                </a:lnTo>
                <a:lnTo>
                  <a:pt x="918596" y="287147"/>
                </a:lnTo>
                <a:lnTo>
                  <a:pt x="920120" y="286131"/>
                </a:lnTo>
                <a:lnTo>
                  <a:pt x="921009" y="284607"/>
                </a:lnTo>
                <a:lnTo>
                  <a:pt x="921009" y="267843"/>
                </a:lnTo>
                <a:close/>
              </a:path>
              <a:path w="1105535" h="294005">
                <a:moveTo>
                  <a:pt x="921009" y="203326"/>
                </a:moveTo>
                <a:lnTo>
                  <a:pt x="860938" y="203326"/>
                </a:lnTo>
                <a:lnTo>
                  <a:pt x="860938" y="234823"/>
                </a:lnTo>
                <a:lnTo>
                  <a:pt x="855416" y="239918"/>
                </a:lnTo>
                <a:lnTo>
                  <a:pt x="823854" y="256921"/>
                </a:lnTo>
                <a:lnTo>
                  <a:pt x="921009" y="256921"/>
                </a:lnTo>
                <a:lnTo>
                  <a:pt x="921009" y="203326"/>
                </a:lnTo>
                <a:close/>
              </a:path>
              <a:path w="1105535" h="294005">
                <a:moveTo>
                  <a:pt x="830888" y="85084"/>
                </a:moveTo>
                <a:lnTo>
                  <a:pt x="818155" y="85084"/>
                </a:lnTo>
                <a:lnTo>
                  <a:pt x="811154" y="85455"/>
                </a:lnTo>
                <a:lnTo>
                  <a:pt x="764926" y="94107"/>
                </a:lnTo>
                <a:lnTo>
                  <a:pt x="734954" y="117983"/>
                </a:lnTo>
                <a:lnTo>
                  <a:pt x="735081" y="128397"/>
                </a:lnTo>
                <a:lnTo>
                  <a:pt x="744098" y="143256"/>
                </a:lnTo>
                <a:lnTo>
                  <a:pt x="748416" y="143256"/>
                </a:lnTo>
                <a:lnTo>
                  <a:pt x="751718" y="142367"/>
                </a:lnTo>
                <a:lnTo>
                  <a:pt x="755909" y="140462"/>
                </a:lnTo>
                <a:lnTo>
                  <a:pt x="759973" y="138430"/>
                </a:lnTo>
                <a:lnTo>
                  <a:pt x="765180" y="136271"/>
                </a:lnTo>
                <a:lnTo>
                  <a:pt x="771276" y="133985"/>
                </a:lnTo>
                <a:lnTo>
                  <a:pt x="777499" y="131572"/>
                </a:lnTo>
                <a:lnTo>
                  <a:pt x="784611" y="129412"/>
                </a:lnTo>
                <a:lnTo>
                  <a:pt x="819917" y="124587"/>
                </a:lnTo>
                <a:lnTo>
                  <a:pt x="915436" y="124587"/>
                </a:lnTo>
                <a:lnTo>
                  <a:pt x="912552" y="118453"/>
                </a:lnTo>
                <a:lnTo>
                  <a:pt x="877458" y="91664"/>
                </a:lnTo>
                <a:lnTo>
                  <a:pt x="849365" y="86088"/>
                </a:lnTo>
                <a:lnTo>
                  <a:pt x="849762" y="86088"/>
                </a:lnTo>
                <a:lnTo>
                  <a:pt x="837540" y="85226"/>
                </a:lnTo>
                <a:lnTo>
                  <a:pt x="830888" y="85084"/>
                </a:lnTo>
                <a:close/>
              </a:path>
              <a:path w="1105535" h="294005">
                <a:moveTo>
                  <a:pt x="1048517" y="132080"/>
                </a:moveTo>
                <a:lnTo>
                  <a:pt x="987557" y="132080"/>
                </a:lnTo>
                <a:lnTo>
                  <a:pt x="987630" y="229235"/>
                </a:lnTo>
                <a:lnTo>
                  <a:pt x="987819" y="235213"/>
                </a:lnTo>
                <a:lnTo>
                  <a:pt x="988496" y="241808"/>
                </a:lnTo>
                <a:lnTo>
                  <a:pt x="988605" y="242871"/>
                </a:lnTo>
                <a:lnTo>
                  <a:pt x="989774" y="249174"/>
                </a:lnTo>
                <a:lnTo>
                  <a:pt x="989821" y="249427"/>
                </a:lnTo>
                <a:lnTo>
                  <a:pt x="989915" y="249934"/>
                </a:lnTo>
                <a:lnTo>
                  <a:pt x="1010417" y="282575"/>
                </a:lnTo>
                <a:lnTo>
                  <a:pt x="1049598" y="292988"/>
                </a:lnTo>
                <a:lnTo>
                  <a:pt x="1058296" y="293243"/>
                </a:lnTo>
                <a:lnTo>
                  <a:pt x="1062868" y="293243"/>
                </a:lnTo>
                <a:lnTo>
                  <a:pt x="1090826" y="289306"/>
                </a:lnTo>
                <a:lnTo>
                  <a:pt x="1090967" y="289306"/>
                </a:lnTo>
                <a:lnTo>
                  <a:pt x="1105413" y="269875"/>
                </a:lnTo>
                <a:lnTo>
                  <a:pt x="1105413" y="259842"/>
                </a:lnTo>
                <a:lnTo>
                  <a:pt x="1105159" y="256667"/>
                </a:lnTo>
                <a:lnTo>
                  <a:pt x="1104397" y="251713"/>
                </a:lnTo>
                <a:lnTo>
                  <a:pt x="1103952" y="249934"/>
                </a:lnTo>
                <a:lnTo>
                  <a:pt x="1103889" y="249682"/>
                </a:lnTo>
                <a:lnTo>
                  <a:pt x="1103820" y="249427"/>
                </a:lnTo>
                <a:lnTo>
                  <a:pt x="1064519" y="249427"/>
                </a:lnTo>
                <a:lnTo>
                  <a:pt x="1058245" y="247014"/>
                </a:lnTo>
                <a:lnTo>
                  <a:pt x="1058010" y="247014"/>
                </a:lnTo>
                <a:lnTo>
                  <a:pt x="1054105" y="241808"/>
                </a:lnTo>
                <a:lnTo>
                  <a:pt x="1050422" y="236727"/>
                </a:lnTo>
                <a:lnTo>
                  <a:pt x="1048517" y="229235"/>
                </a:lnTo>
                <a:lnTo>
                  <a:pt x="1048517" y="132080"/>
                </a:lnTo>
                <a:close/>
              </a:path>
              <a:path w="1105535" h="294005">
                <a:moveTo>
                  <a:pt x="1099571" y="244601"/>
                </a:moveTo>
                <a:lnTo>
                  <a:pt x="1097412" y="244601"/>
                </a:lnTo>
                <a:lnTo>
                  <a:pt x="1096269" y="244856"/>
                </a:lnTo>
                <a:lnTo>
                  <a:pt x="1093475" y="245872"/>
                </a:lnTo>
                <a:lnTo>
                  <a:pt x="1091697" y="246380"/>
                </a:lnTo>
                <a:lnTo>
                  <a:pt x="1089792" y="247014"/>
                </a:lnTo>
                <a:lnTo>
                  <a:pt x="1087760" y="247650"/>
                </a:lnTo>
                <a:lnTo>
                  <a:pt x="1080267" y="249174"/>
                </a:lnTo>
                <a:lnTo>
                  <a:pt x="1077346" y="249427"/>
                </a:lnTo>
                <a:lnTo>
                  <a:pt x="1103820" y="249427"/>
                </a:lnTo>
                <a:lnTo>
                  <a:pt x="1103508" y="248285"/>
                </a:lnTo>
                <a:lnTo>
                  <a:pt x="1103085" y="247014"/>
                </a:lnTo>
                <a:lnTo>
                  <a:pt x="1103218" y="247014"/>
                </a:lnTo>
                <a:lnTo>
                  <a:pt x="1102238" y="245872"/>
                </a:lnTo>
                <a:lnTo>
                  <a:pt x="1100460" y="244856"/>
                </a:lnTo>
                <a:lnTo>
                  <a:pt x="1099571" y="244601"/>
                </a:lnTo>
                <a:close/>
              </a:path>
              <a:path w="1105535" h="294005">
                <a:moveTo>
                  <a:pt x="1097285" y="89788"/>
                </a:moveTo>
                <a:lnTo>
                  <a:pt x="960252" y="89788"/>
                </a:lnTo>
                <a:lnTo>
                  <a:pt x="958855" y="90043"/>
                </a:lnTo>
                <a:lnTo>
                  <a:pt x="957585" y="90805"/>
                </a:lnTo>
                <a:lnTo>
                  <a:pt x="956315" y="91439"/>
                </a:lnTo>
                <a:lnTo>
                  <a:pt x="955299" y="92583"/>
                </a:lnTo>
                <a:lnTo>
                  <a:pt x="954537" y="94234"/>
                </a:lnTo>
                <a:lnTo>
                  <a:pt x="953775" y="95758"/>
                </a:lnTo>
                <a:lnTo>
                  <a:pt x="953140" y="97917"/>
                </a:lnTo>
                <a:lnTo>
                  <a:pt x="952378" y="103505"/>
                </a:lnTo>
                <a:lnTo>
                  <a:pt x="952124" y="106934"/>
                </a:lnTo>
                <a:lnTo>
                  <a:pt x="952124" y="118491"/>
                </a:lnTo>
                <a:lnTo>
                  <a:pt x="952886" y="123951"/>
                </a:lnTo>
                <a:lnTo>
                  <a:pt x="954537" y="127254"/>
                </a:lnTo>
                <a:lnTo>
                  <a:pt x="956188" y="130429"/>
                </a:lnTo>
                <a:lnTo>
                  <a:pt x="958474" y="132080"/>
                </a:lnTo>
                <a:lnTo>
                  <a:pt x="1099063" y="132080"/>
                </a:lnTo>
                <a:lnTo>
                  <a:pt x="1101349" y="130429"/>
                </a:lnTo>
                <a:lnTo>
                  <a:pt x="1103000" y="127254"/>
                </a:lnTo>
                <a:lnTo>
                  <a:pt x="1104651" y="123951"/>
                </a:lnTo>
                <a:lnTo>
                  <a:pt x="1105413" y="118491"/>
                </a:lnTo>
                <a:lnTo>
                  <a:pt x="1105413" y="106934"/>
                </a:lnTo>
                <a:lnTo>
                  <a:pt x="1099952" y="90805"/>
                </a:lnTo>
                <a:lnTo>
                  <a:pt x="1098682" y="90043"/>
                </a:lnTo>
                <a:lnTo>
                  <a:pt x="1097285" y="89788"/>
                </a:lnTo>
                <a:close/>
              </a:path>
              <a:path w="1105535" h="294005">
                <a:moveTo>
                  <a:pt x="1028959" y="39877"/>
                </a:moveTo>
                <a:lnTo>
                  <a:pt x="1007242" y="39877"/>
                </a:lnTo>
                <a:lnTo>
                  <a:pt x="1003305" y="40259"/>
                </a:lnTo>
                <a:lnTo>
                  <a:pt x="999241" y="40512"/>
                </a:lnTo>
                <a:lnTo>
                  <a:pt x="987557" y="46989"/>
                </a:lnTo>
                <a:lnTo>
                  <a:pt x="987557" y="89788"/>
                </a:lnTo>
                <a:lnTo>
                  <a:pt x="1048517" y="89788"/>
                </a:lnTo>
                <a:lnTo>
                  <a:pt x="1048517" y="46989"/>
                </a:lnTo>
                <a:lnTo>
                  <a:pt x="1032896" y="40259"/>
                </a:lnTo>
                <a:lnTo>
                  <a:pt x="1028959" y="39877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1566" y="1800351"/>
            <a:ext cx="1304035" cy="2938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283965" y="1819528"/>
            <a:ext cx="393065" cy="271145"/>
          </a:xfrm>
          <a:custGeom>
            <a:avLst/>
            <a:gdLst/>
            <a:ahLst/>
            <a:cxnLst/>
            <a:rect l="l" t="t" r="r" b="b"/>
            <a:pathLst>
              <a:path w="393064" h="271144">
                <a:moveTo>
                  <a:pt x="12318" y="270637"/>
                </a:moveTo>
                <a:lnTo>
                  <a:pt x="9270" y="270637"/>
                </a:lnTo>
                <a:lnTo>
                  <a:pt x="20955" y="271145"/>
                </a:lnTo>
                <a:lnTo>
                  <a:pt x="17906" y="271145"/>
                </a:lnTo>
                <a:lnTo>
                  <a:pt x="12318" y="270637"/>
                </a:lnTo>
                <a:close/>
              </a:path>
              <a:path w="393064" h="271144">
                <a:moveTo>
                  <a:pt x="165226" y="254"/>
                </a:moveTo>
                <a:lnTo>
                  <a:pt x="122428" y="254"/>
                </a:lnTo>
                <a:lnTo>
                  <a:pt x="117348" y="508"/>
                </a:lnTo>
                <a:lnTo>
                  <a:pt x="113411" y="1016"/>
                </a:lnTo>
                <a:lnTo>
                  <a:pt x="107823" y="2540"/>
                </a:lnTo>
                <a:lnTo>
                  <a:pt x="105537" y="3683"/>
                </a:lnTo>
                <a:lnTo>
                  <a:pt x="105675" y="3683"/>
                </a:lnTo>
                <a:lnTo>
                  <a:pt x="103124" y="6477"/>
                </a:lnTo>
                <a:lnTo>
                  <a:pt x="101981" y="8382"/>
                </a:lnTo>
                <a:lnTo>
                  <a:pt x="101092" y="10795"/>
                </a:lnTo>
                <a:lnTo>
                  <a:pt x="4063" y="249174"/>
                </a:lnTo>
                <a:lnTo>
                  <a:pt x="2159" y="254000"/>
                </a:lnTo>
                <a:lnTo>
                  <a:pt x="1016" y="257810"/>
                </a:lnTo>
                <a:lnTo>
                  <a:pt x="176" y="262636"/>
                </a:lnTo>
                <a:lnTo>
                  <a:pt x="88" y="263144"/>
                </a:lnTo>
                <a:lnTo>
                  <a:pt x="0" y="263652"/>
                </a:lnTo>
                <a:lnTo>
                  <a:pt x="508" y="265938"/>
                </a:lnTo>
                <a:lnTo>
                  <a:pt x="2159" y="267462"/>
                </a:lnTo>
                <a:lnTo>
                  <a:pt x="3810" y="269113"/>
                </a:lnTo>
                <a:lnTo>
                  <a:pt x="7461" y="270383"/>
                </a:lnTo>
                <a:lnTo>
                  <a:pt x="9524" y="270383"/>
                </a:lnTo>
                <a:lnTo>
                  <a:pt x="17906" y="271145"/>
                </a:lnTo>
                <a:lnTo>
                  <a:pt x="38862" y="271145"/>
                </a:lnTo>
                <a:lnTo>
                  <a:pt x="47498" y="270637"/>
                </a:lnTo>
                <a:lnTo>
                  <a:pt x="46736" y="270637"/>
                </a:lnTo>
                <a:lnTo>
                  <a:pt x="49530" y="270383"/>
                </a:lnTo>
                <a:lnTo>
                  <a:pt x="52959" y="269875"/>
                </a:lnTo>
                <a:lnTo>
                  <a:pt x="55245" y="269113"/>
                </a:lnTo>
                <a:lnTo>
                  <a:pt x="57658" y="268350"/>
                </a:lnTo>
                <a:lnTo>
                  <a:pt x="62864" y="261112"/>
                </a:lnTo>
                <a:lnTo>
                  <a:pt x="82804" y="208661"/>
                </a:lnTo>
                <a:lnTo>
                  <a:pt x="269192" y="208661"/>
                </a:lnTo>
                <a:lnTo>
                  <a:pt x="252092" y="166750"/>
                </a:lnTo>
                <a:lnTo>
                  <a:pt x="96900" y="166750"/>
                </a:lnTo>
                <a:lnTo>
                  <a:pt x="141350" y="52450"/>
                </a:lnTo>
                <a:lnTo>
                  <a:pt x="205458" y="52450"/>
                </a:lnTo>
                <a:lnTo>
                  <a:pt x="188722" y="11430"/>
                </a:lnTo>
                <a:lnTo>
                  <a:pt x="187706" y="8762"/>
                </a:lnTo>
                <a:lnTo>
                  <a:pt x="170814" y="508"/>
                </a:lnTo>
                <a:lnTo>
                  <a:pt x="165226" y="254"/>
                </a:lnTo>
                <a:close/>
              </a:path>
              <a:path w="393064" h="271144">
                <a:moveTo>
                  <a:pt x="237870" y="270637"/>
                </a:moveTo>
                <a:lnTo>
                  <a:pt x="47498" y="270637"/>
                </a:lnTo>
                <a:lnTo>
                  <a:pt x="38862" y="271145"/>
                </a:lnTo>
                <a:lnTo>
                  <a:pt x="247015" y="271145"/>
                </a:lnTo>
                <a:lnTo>
                  <a:pt x="237870" y="270637"/>
                </a:lnTo>
                <a:close/>
              </a:path>
              <a:path w="393064" h="271144">
                <a:moveTo>
                  <a:pt x="281177" y="270383"/>
                </a:moveTo>
                <a:lnTo>
                  <a:pt x="233743" y="270383"/>
                </a:lnTo>
                <a:lnTo>
                  <a:pt x="235458" y="270637"/>
                </a:lnTo>
                <a:lnTo>
                  <a:pt x="237870" y="270637"/>
                </a:lnTo>
                <a:lnTo>
                  <a:pt x="247015" y="271145"/>
                </a:lnTo>
                <a:lnTo>
                  <a:pt x="268986" y="271145"/>
                </a:lnTo>
                <a:lnTo>
                  <a:pt x="278130" y="270637"/>
                </a:lnTo>
                <a:lnTo>
                  <a:pt x="281177" y="270383"/>
                </a:lnTo>
                <a:close/>
              </a:path>
              <a:path w="393064" h="271144">
                <a:moveTo>
                  <a:pt x="331216" y="270637"/>
                </a:moveTo>
                <a:lnTo>
                  <a:pt x="278130" y="270637"/>
                </a:lnTo>
                <a:lnTo>
                  <a:pt x="268986" y="271145"/>
                </a:lnTo>
                <a:lnTo>
                  <a:pt x="215900" y="271145"/>
                </a:lnTo>
                <a:lnTo>
                  <a:pt x="331216" y="270637"/>
                </a:lnTo>
                <a:close/>
              </a:path>
              <a:path w="393064" h="271144">
                <a:moveTo>
                  <a:pt x="269192" y="208661"/>
                </a:moveTo>
                <a:lnTo>
                  <a:pt x="200913" y="208661"/>
                </a:lnTo>
                <a:lnTo>
                  <a:pt x="221996" y="262636"/>
                </a:lnTo>
                <a:lnTo>
                  <a:pt x="222585" y="264287"/>
                </a:lnTo>
                <a:lnTo>
                  <a:pt x="227311" y="269113"/>
                </a:lnTo>
                <a:lnTo>
                  <a:pt x="227558" y="269113"/>
                </a:lnTo>
                <a:lnTo>
                  <a:pt x="229488" y="269621"/>
                </a:lnTo>
                <a:lnTo>
                  <a:pt x="233298" y="270383"/>
                </a:lnTo>
                <a:lnTo>
                  <a:pt x="282266" y="270383"/>
                </a:lnTo>
                <a:lnTo>
                  <a:pt x="285750" y="269367"/>
                </a:lnTo>
                <a:lnTo>
                  <a:pt x="289433" y="266446"/>
                </a:lnTo>
                <a:lnTo>
                  <a:pt x="289955" y="264668"/>
                </a:lnTo>
                <a:lnTo>
                  <a:pt x="289869" y="263144"/>
                </a:lnTo>
                <a:lnTo>
                  <a:pt x="289051" y="258445"/>
                </a:lnTo>
                <a:lnTo>
                  <a:pt x="287782" y="254508"/>
                </a:lnTo>
                <a:lnTo>
                  <a:pt x="285876" y="249555"/>
                </a:lnTo>
                <a:lnTo>
                  <a:pt x="269192" y="208661"/>
                </a:lnTo>
                <a:close/>
              </a:path>
              <a:path w="393064" h="271144">
                <a:moveTo>
                  <a:pt x="205458" y="52450"/>
                </a:moveTo>
                <a:lnTo>
                  <a:pt x="141605" y="52450"/>
                </a:lnTo>
                <a:lnTo>
                  <a:pt x="186055" y="166750"/>
                </a:lnTo>
                <a:lnTo>
                  <a:pt x="252092" y="166750"/>
                </a:lnTo>
                <a:lnTo>
                  <a:pt x="205458" y="52450"/>
                </a:lnTo>
                <a:close/>
              </a:path>
              <a:path w="393064" h="271144">
                <a:moveTo>
                  <a:pt x="151892" y="0"/>
                </a:moveTo>
                <a:lnTo>
                  <a:pt x="134112" y="0"/>
                </a:lnTo>
                <a:lnTo>
                  <a:pt x="120650" y="254"/>
                </a:lnTo>
                <a:lnTo>
                  <a:pt x="167131" y="254"/>
                </a:lnTo>
                <a:lnTo>
                  <a:pt x="151892" y="0"/>
                </a:lnTo>
                <a:close/>
              </a:path>
              <a:path w="393064" h="271144">
                <a:moveTo>
                  <a:pt x="367030" y="0"/>
                </a:moveTo>
                <a:lnTo>
                  <a:pt x="354584" y="0"/>
                </a:lnTo>
                <a:lnTo>
                  <a:pt x="349504" y="127"/>
                </a:lnTo>
                <a:lnTo>
                  <a:pt x="345439" y="635"/>
                </a:lnTo>
                <a:lnTo>
                  <a:pt x="341375" y="1016"/>
                </a:lnTo>
                <a:lnTo>
                  <a:pt x="338074" y="1524"/>
                </a:lnTo>
                <a:lnTo>
                  <a:pt x="335534" y="2286"/>
                </a:lnTo>
                <a:lnTo>
                  <a:pt x="332994" y="2921"/>
                </a:lnTo>
                <a:lnTo>
                  <a:pt x="331216" y="3810"/>
                </a:lnTo>
                <a:lnTo>
                  <a:pt x="329184" y="6096"/>
                </a:lnTo>
                <a:lnTo>
                  <a:pt x="328675" y="7366"/>
                </a:lnTo>
                <a:lnTo>
                  <a:pt x="328675" y="263779"/>
                </a:lnTo>
                <a:lnTo>
                  <a:pt x="354584" y="271145"/>
                </a:lnTo>
                <a:lnTo>
                  <a:pt x="367030" y="271145"/>
                </a:lnTo>
                <a:lnTo>
                  <a:pt x="392811" y="263779"/>
                </a:lnTo>
                <a:lnTo>
                  <a:pt x="392811" y="7366"/>
                </a:lnTo>
                <a:lnTo>
                  <a:pt x="392175" y="6096"/>
                </a:lnTo>
                <a:lnTo>
                  <a:pt x="390144" y="3810"/>
                </a:lnTo>
                <a:lnTo>
                  <a:pt x="388366" y="2921"/>
                </a:lnTo>
                <a:lnTo>
                  <a:pt x="385953" y="2286"/>
                </a:lnTo>
                <a:lnTo>
                  <a:pt x="383539" y="1524"/>
                </a:lnTo>
                <a:lnTo>
                  <a:pt x="380238" y="1016"/>
                </a:lnTo>
                <a:lnTo>
                  <a:pt x="376300" y="635"/>
                </a:lnTo>
                <a:lnTo>
                  <a:pt x="372237" y="127"/>
                </a:lnTo>
                <a:lnTo>
                  <a:pt x="367030" y="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9330" y="1800351"/>
            <a:ext cx="1449010" cy="2938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29250" y="1807463"/>
            <a:ext cx="1959654" cy="3577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7797" y="1798319"/>
            <a:ext cx="1784223" cy="2959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0062" y="2495295"/>
            <a:ext cx="5029085" cy="12095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0597" y="2495295"/>
            <a:ext cx="5029200" cy="12095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062" y="3876294"/>
            <a:ext cx="5029085" cy="12095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00597" y="3876294"/>
            <a:ext cx="5029200" cy="12095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390765"/>
          </a:xfrm>
          <a:custGeom>
            <a:avLst/>
            <a:gdLst/>
            <a:ahLst/>
            <a:cxnLst/>
            <a:rect l="l" t="t" r="r" b="b"/>
            <a:pathLst>
              <a:path w="11430000" h="7390765">
                <a:moveTo>
                  <a:pt x="11430000" y="0"/>
                </a:moveTo>
                <a:lnTo>
                  <a:pt x="0" y="0"/>
                </a:lnTo>
                <a:lnTo>
                  <a:pt x="0" y="7390764"/>
                </a:lnTo>
                <a:lnTo>
                  <a:pt x="11430000" y="7390764"/>
                </a:lnTo>
                <a:lnTo>
                  <a:pt x="11430000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76186"/>
            <a:ext cx="1095311" cy="2667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35584" y="924052"/>
            <a:ext cx="939165" cy="294005"/>
          </a:xfrm>
          <a:custGeom>
            <a:avLst/>
            <a:gdLst/>
            <a:ahLst/>
            <a:cxnLst/>
            <a:rect l="l" t="t" r="r" b="b"/>
            <a:pathLst>
              <a:path w="939165" h="294005">
                <a:moveTo>
                  <a:pt x="100406" y="20447"/>
                </a:moveTo>
                <a:lnTo>
                  <a:pt x="13957" y="20447"/>
                </a:lnTo>
                <a:lnTo>
                  <a:pt x="9347" y="21717"/>
                </a:lnTo>
                <a:lnTo>
                  <a:pt x="5430" y="24511"/>
                </a:lnTo>
                <a:lnTo>
                  <a:pt x="1866" y="27177"/>
                </a:lnTo>
                <a:lnTo>
                  <a:pt x="0" y="31496"/>
                </a:lnTo>
                <a:lnTo>
                  <a:pt x="0" y="277875"/>
                </a:lnTo>
                <a:lnTo>
                  <a:pt x="1866" y="282321"/>
                </a:lnTo>
                <a:lnTo>
                  <a:pt x="9347" y="287655"/>
                </a:lnTo>
                <a:lnTo>
                  <a:pt x="13957" y="289051"/>
                </a:lnTo>
                <a:lnTo>
                  <a:pt x="111678" y="289051"/>
                </a:lnTo>
                <a:lnTo>
                  <a:pt x="155743" y="284543"/>
                </a:lnTo>
                <a:lnTo>
                  <a:pt x="195694" y="270383"/>
                </a:lnTo>
                <a:lnTo>
                  <a:pt x="222325" y="247269"/>
                </a:lnTo>
                <a:lnTo>
                  <a:pt x="64274" y="247269"/>
                </a:lnTo>
                <a:lnTo>
                  <a:pt x="64274" y="170942"/>
                </a:lnTo>
                <a:lnTo>
                  <a:pt x="221244" y="170942"/>
                </a:lnTo>
                <a:lnTo>
                  <a:pt x="220611" y="170052"/>
                </a:lnTo>
                <a:lnTo>
                  <a:pt x="188779" y="148802"/>
                </a:lnTo>
                <a:lnTo>
                  <a:pt x="169418" y="143890"/>
                </a:lnTo>
                <a:lnTo>
                  <a:pt x="176555" y="141732"/>
                </a:lnTo>
                <a:lnTo>
                  <a:pt x="182905" y="138811"/>
                </a:lnTo>
                <a:lnTo>
                  <a:pt x="188467" y="135255"/>
                </a:lnTo>
                <a:lnTo>
                  <a:pt x="194043" y="131572"/>
                </a:lnTo>
                <a:lnTo>
                  <a:pt x="194629" y="131063"/>
                </a:lnTo>
                <a:lnTo>
                  <a:pt x="64274" y="131063"/>
                </a:lnTo>
                <a:lnTo>
                  <a:pt x="64274" y="61340"/>
                </a:lnTo>
                <a:lnTo>
                  <a:pt x="208211" y="61340"/>
                </a:lnTo>
                <a:lnTo>
                  <a:pt x="206781" y="58420"/>
                </a:lnTo>
                <a:lnTo>
                  <a:pt x="177787" y="33154"/>
                </a:lnTo>
                <a:lnTo>
                  <a:pt x="139762" y="22750"/>
                </a:lnTo>
                <a:lnTo>
                  <a:pt x="114660" y="20706"/>
                </a:lnTo>
                <a:lnTo>
                  <a:pt x="100406" y="20447"/>
                </a:lnTo>
                <a:close/>
              </a:path>
              <a:path w="939165" h="294005">
                <a:moveTo>
                  <a:pt x="221244" y="170942"/>
                </a:moveTo>
                <a:lnTo>
                  <a:pt x="103149" y="170942"/>
                </a:lnTo>
                <a:lnTo>
                  <a:pt x="111693" y="171108"/>
                </a:lnTo>
                <a:lnTo>
                  <a:pt x="119399" y="171608"/>
                </a:lnTo>
                <a:lnTo>
                  <a:pt x="150723" y="181356"/>
                </a:lnTo>
                <a:lnTo>
                  <a:pt x="155549" y="184658"/>
                </a:lnTo>
                <a:lnTo>
                  <a:pt x="159194" y="188722"/>
                </a:lnTo>
                <a:lnTo>
                  <a:pt x="164185" y="198627"/>
                </a:lnTo>
                <a:lnTo>
                  <a:pt x="165430" y="204088"/>
                </a:lnTo>
                <a:lnTo>
                  <a:pt x="165430" y="216281"/>
                </a:lnTo>
                <a:lnTo>
                  <a:pt x="164134" y="221614"/>
                </a:lnTo>
                <a:lnTo>
                  <a:pt x="161569" y="226187"/>
                </a:lnTo>
                <a:lnTo>
                  <a:pt x="158991" y="230886"/>
                </a:lnTo>
                <a:lnTo>
                  <a:pt x="155422" y="234823"/>
                </a:lnTo>
                <a:lnTo>
                  <a:pt x="150850" y="237871"/>
                </a:lnTo>
                <a:lnTo>
                  <a:pt x="146291" y="241046"/>
                </a:lnTo>
                <a:lnTo>
                  <a:pt x="140893" y="243332"/>
                </a:lnTo>
                <a:lnTo>
                  <a:pt x="134658" y="244983"/>
                </a:lnTo>
                <a:lnTo>
                  <a:pt x="128435" y="246507"/>
                </a:lnTo>
                <a:lnTo>
                  <a:pt x="120751" y="247269"/>
                </a:lnTo>
                <a:lnTo>
                  <a:pt x="222325" y="247269"/>
                </a:lnTo>
                <a:lnTo>
                  <a:pt x="233363" y="210312"/>
                </a:lnTo>
                <a:lnTo>
                  <a:pt x="233438" y="199389"/>
                </a:lnTo>
                <a:lnTo>
                  <a:pt x="231787" y="191135"/>
                </a:lnTo>
                <a:lnTo>
                  <a:pt x="225132" y="176402"/>
                </a:lnTo>
                <a:lnTo>
                  <a:pt x="221363" y="171108"/>
                </a:lnTo>
                <a:lnTo>
                  <a:pt x="221244" y="170942"/>
                </a:lnTo>
                <a:close/>
              </a:path>
              <a:path w="939165" h="294005">
                <a:moveTo>
                  <a:pt x="208211" y="61340"/>
                </a:moveTo>
                <a:lnTo>
                  <a:pt x="107543" y="61340"/>
                </a:lnTo>
                <a:lnTo>
                  <a:pt x="115646" y="62102"/>
                </a:lnTo>
                <a:lnTo>
                  <a:pt x="127762" y="65150"/>
                </a:lnTo>
                <a:lnTo>
                  <a:pt x="148729" y="89915"/>
                </a:lnTo>
                <a:lnTo>
                  <a:pt x="148729" y="100202"/>
                </a:lnTo>
                <a:lnTo>
                  <a:pt x="147828" y="104775"/>
                </a:lnTo>
                <a:lnTo>
                  <a:pt x="145999" y="109093"/>
                </a:lnTo>
                <a:lnTo>
                  <a:pt x="144170" y="113537"/>
                </a:lnTo>
                <a:lnTo>
                  <a:pt x="141389" y="117348"/>
                </a:lnTo>
                <a:lnTo>
                  <a:pt x="137655" y="120523"/>
                </a:lnTo>
                <a:lnTo>
                  <a:pt x="133908" y="123825"/>
                </a:lnTo>
                <a:lnTo>
                  <a:pt x="129222" y="126364"/>
                </a:lnTo>
                <a:lnTo>
                  <a:pt x="117919" y="130175"/>
                </a:lnTo>
                <a:lnTo>
                  <a:pt x="110362" y="131063"/>
                </a:lnTo>
                <a:lnTo>
                  <a:pt x="194629" y="131063"/>
                </a:lnTo>
                <a:lnTo>
                  <a:pt x="214240" y="95376"/>
                </a:lnTo>
                <a:lnTo>
                  <a:pt x="214261" y="88646"/>
                </a:lnTo>
                <a:lnTo>
                  <a:pt x="213824" y="80772"/>
                </a:lnTo>
                <a:lnTo>
                  <a:pt x="213794" y="80244"/>
                </a:lnTo>
                <a:lnTo>
                  <a:pt x="212483" y="72898"/>
                </a:lnTo>
                <a:lnTo>
                  <a:pt x="212393" y="72389"/>
                </a:lnTo>
                <a:lnTo>
                  <a:pt x="210069" y="65150"/>
                </a:lnTo>
                <a:lnTo>
                  <a:pt x="208211" y="61340"/>
                </a:lnTo>
                <a:close/>
              </a:path>
              <a:path w="939165" h="294005">
                <a:moveTo>
                  <a:pt x="323888" y="88646"/>
                </a:moveTo>
                <a:lnTo>
                  <a:pt x="301663" y="88646"/>
                </a:lnTo>
                <a:lnTo>
                  <a:pt x="293535" y="89408"/>
                </a:lnTo>
                <a:lnTo>
                  <a:pt x="282905" y="93218"/>
                </a:lnTo>
                <a:lnTo>
                  <a:pt x="281990" y="94234"/>
                </a:lnTo>
                <a:lnTo>
                  <a:pt x="281533" y="95376"/>
                </a:lnTo>
                <a:lnTo>
                  <a:pt x="281556" y="211074"/>
                </a:lnTo>
                <a:lnTo>
                  <a:pt x="281745" y="218567"/>
                </a:lnTo>
                <a:lnTo>
                  <a:pt x="281790" y="220329"/>
                </a:lnTo>
                <a:lnTo>
                  <a:pt x="282486" y="228726"/>
                </a:lnTo>
                <a:lnTo>
                  <a:pt x="282560" y="229616"/>
                </a:lnTo>
                <a:lnTo>
                  <a:pt x="283842" y="238045"/>
                </a:lnTo>
                <a:lnTo>
                  <a:pt x="304511" y="275707"/>
                </a:lnTo>
                <a:lnTo>
                  <a:pt x="341914" y="292290"/>
                </a:lnTo>
                <a:lnTo>
                  <a:pt x="363004" y="293877"/>
                </a:lnTo>
                <a:lnTo>
                  <a:pt x="370751" y="293477"/>
                </a:lnTo>
                <a:lnTo>
                  <a:pt x="372350" y="293477"/>
                </a:lnTo>
                <a:lnTo>
                  <a:pt x="411975" y="280856"/>
                </a:lnTo>
                <a:lnTo>
                  <a:pt x="439978" y="260603"/>
                </a:lnTo>
                <a:lnTo>
                  <a:pt x="493547" y="260603"/>
                </a:lnTo>
                <a:lnTo>
                  <a:pt x="493547" y="248412"/>
                </a:lnTo>
                <a:lnTo>
                  <a:pt x="375119" y="248412"/>
                </a:lnTo>
                <a:lnTo>
                  <a:pt x="369595" y="247396"/>
                </a:lnTo>
                <a:lnTo>
                  <a:pt x="344068" y="211074"/>
                </a:lnTo>
                <a:lnTo>
                  <a:pt x="344068" y="95376"/>
                </a:lnTo>
                <a:lnTo>
                  <a:pt x="343560" y="94234"/>
                </a:lnTo>
                <a:lnTo>
                  <a:pt x="342569" y="93218"/>
                </a:lnTo>
                <a:lnTo>
                  <a:pt x="341566" y="92075"/>
                </a:lnTo>
                <a:lnTo>
                  <a:pt x="339864" y="91312"/>
                </a:lnTo>
                <a:lnTo>
                  <a:pt x="337464" y="90550"/>
                </a:lnTo>
                <a:lnTo>
                  <a:pt x="335051" y="89915"/>
                </a:lnTo>
                <a:lnTo>
                  <a:pt x="331851" y="89408"/>
                </a:lnTo>
                <a:lnTo>
                  <a:pt x="323888" y="88646"/>
                </a:lnTo>
                <a:close/>
              </a:path>
              <a:path w="939165" h="294005">
                <a:moveTo>
                  <a:pt x="493547" y="260603"/>
                </a:moveTo>
                <a:lnTo>
                  <a:pt x="439978" y="260603"/>
                </a:lnTo>
                <a:lnTo>
                  <a:pt x="439978" y="283337"/>
                </a:lnTo>
                <a:lnTo>
                  <a:pt x="440272" y="284227"/>
                </a:lnTo>
                <a:lnTo>
                  <a:pt x="440397" y="284607"/>
                </a:lnTo>
                <a:lnTo>
                  <a:pt x="442061" y="286638"/>
                </a:lnTo>
                <a:lnTo>
                  <a:pt x="443471" y="287527"/>
                </a:lnTo>
                <a:lnTo>
                  <a:pt x="445465" y="288163"/>
                </a:lnTo>
                <a:lnTo>
                  <a:pt x="447459" y="288925"/>
                </a:lnTo>
                <a:lnTo>
                  <a:pt x="450151" y="289433"/>
                </a:lnTo>
                <a:lnTo>
                  <a:pt x="453555" y="289813"/>
                </a:lnTo>
                <a:lnTo>
                  <a:pt x="456958" y="290068"/>
                </a:lnTo>
                <a:lnTo>
                  <a:pt x="461750" y="290341"/>
                </a:lnTo>
                <a:lnTo>
                  <a:pt x="471699" y="290341"/>
                </a:lnTo>
                <a:lnTo>
                  <a:pt x="487946" y="288163"/>
                </a:lnTo>
                <a:lnTo>
                  <a:pt x="490016" y="287527"/>
                </a:lnTo>
                <a:lnTo>
                  <a:pt x="491464" y="286638"/>
                </a:lnTo>
                <a:lnTo>
                  <a:pt x="493128" y="284607"/>
                </a:lnTo>
                <a:lnTo>
                  <a:pt x="493547" y="283337"/>
                </a:lnTo>
                <a:lnTo>
                  <a:pt x="493547" y="260603"/>
                </a:lnTo>
                <a:close/>
              </a:path>
              <a:path w="939165" h="294005">
                <a:moveTo>
                  <a:pt x="473621" y="88646"/>
                </a:moveTo>
                <a:lnTo>
                  <a:pt x="451192" y="88646"/>
                </a:lnTo>
                <a:lnTo>
                  <a:pt x="443217" y="89408"/>
                </a:lnTo>
                <a:lnTo>
                  <a:pt x="432638" y="93218"/>
                </a:lnTo>
                <a:lnTo>
                  <a:pt x="431723" y="94234"/>
                </a:lnTo>
                <a:lnTo>
                  <a:pt x="431266" y="95376"/>
                </a:lnTo>
                <a:lnTo>
                  <a:pt x="431266" y="219963"/>
                </a:lnTo>
                <a:lnTo>
                  <a:pt x="424512" y="226490"/>
                </a:lnTo>
                <a:lnTo>
                  <a:pt x="389407" y="248412"/>
                </a:lnTo>
                <a:lnTo>
                  <a:pt x="493547" y="248412"/>
                </a:lnTo>
                <a:lnTo>
                  <a:pt x="493547" y="95376"/>
                </a:lnTo>
                <a:lnTo>
                  <a:pt x="493052" y="94234"/>
                </a:lnTo>
                <a:lnTo>
                  <a:pt x="492048" y="93218"/>
                </a:lnTo>
                <a:lnTo>
                  <a:pt x="491058" y="92075"/>
                </a:lnTo>
                <a:lnTo>
                  <a:pt x="489394" y="91312"/>
                </a:lnTo>
                <a:lnTo>
                  <a:pt x="487070" y="90550"/>
                </a:lnTo>
                <a:lnTo>
                  <a:pt x="484746" y="89915"/>
                </a:lnTo>
                <a:lnTo>
                  <a:pt x="481583" y="89408"/>
                </a:lnTo>
                <a:lnTo>
                  <a:pt x="473621" y="88646"/>
                </a:lnTo>
                <a:close/>
              </a:path>
              <a:path w="939165" h="294005">
                <a:moveTo>
                  <a:pt x="599694" y="88646"/>
                </a:moveTo>
                <a:lnTo>
                  <a:pt x="577278" y="88646"/>
                </a:lnTo>
                <a:lnTo>
                  <a:pt x="573290" y="89153"/>
                </a:lnTo>
                <a:lnTo>
                  <a:pt x="569302" y="89535"/>
                </a:lnTo>
                <a:lnTo>
                  <a:pt x="557098" y="95885"/>
                </a:lnTo>
                <a:lnTo>
                  <a:pt x="557098" y="283337"/>
                </a:lnTo>
                <a:lnTo>
                  <a:pt x="557593" y="284607"/>
                </a:lnTo>
                <a:lnTo>
                  <a:pt x="559587" y="286638"/>
                </a:lnTo>
                <a:lnTo>
                  <a:pt x="561289" y="287527"/>
                </a:lnTo>
                <a:lnTo>
                  <a:pt x="563702" y="288163"/>
                </a:lnTo>
                <a:lnTo>
                  <a:pt x="566102" y="288925"/>
                </a:lnTo>
                <a:lnTo>
                  <a:pt x="569302" y="289433"/>
                </a:lnTo>
                <a:lnTo>
                  <a:pt x="573290" y="289813"/>
                </a:lnTo>
                <a:lnTo>
                  <a:pt x="577278" y="290068"/>
                </a:lnTo>
                <a:lnTo>
                  <a:pt x="582345" y="290322"/>
                </a:lnTo>
                <a:lnTo>
                  <a:pt x="594626" y="290322"/>
                </a:lnTo>
                <a:lnTo>
                  <a:pt x="613270" y="288163"/>
                </a:lnTo>
                <a:lnTo>
                  <a:pt x="615683" y="287527"/>
                </a:lnTo>
                <a:lnTo>
                  <a:pt x="617385" y="286638"/>
                </a:lnTo>
                <a:lnTo>
                  <a:pt x="619379" y="284607"/>
                </a:lnTo>
                <a:lnTo>
                  <a:pt x="619874" y="283337"/>
                </a:lnTo>
                <a:lnTo>
                  <a:pt x="619874" y="95885"/>
                </a:lnTo>
                <a:lnTo>
                  <a:pt x="603681" y="89153"/>
                </a:lnTo>
                <a:lnTo>
                  <a:pt x="599694" y="88646"/>
                </a:lnTo>
                <a:close/>
              </a:path>
              <a:path w="939165" h="294005">
                <a:moveTo>
                  <a:pt x="588733" y="7112"/>
                </a:moveTo>
                <a:lnTo>
                  <a:pt x="552361" y="24637"/>
                </a:lnTo>
                <a:lnTo>
                  <a:pt x="552361" y="45212"/>
                </a:lnTo>
                <a:lnTo>
                  <a:pt x="588238" y="61975"/>
                </a:lnTo>
                <a:lnTo>
                  <a:pt x="597772" y="61598"/>
                </a:lnTo>
                <a:lnTo>
                  <a:pt x="605637" y="60483"/>
                </a:lnTo>
                <a:lnTo>
                  <a:pt x="611842" y="58654"/>
                </a:lnTo>
                <a:lnTo>
                  <a:pt x="612010" y="58654"/>
                </a:lnTo>
                <a:lnTo>
                  <a:pt x="616889" y="55880"/>
                </a:lnTo>
                <a:lnTo>
                  <a:pt x="622033" y="51943"/>
                </a:lnTo>
                <a:lnTo>
                  <a:pt x="624611" y="44576"/>
                </a:lnTo>
                <a:lnTo>
                  <a:pt x="624611" y="24002"/>
                </a:lnTo>
                <a:lnTo>
                  <a:pt x="622212" y="17272"/>
                </a:lnTo>
                <a:lnTo>
                  <a:pt x="622122" y="17018"/>
                </a:lnTo>
                <a:lnTo>
                  <a:pt x="617304" y="13208"/>
                </a:lnTo>
                <a:lnTo>
                  <a:pt x="612656" y="10541"/>
                </a:lnTo>
                <a:lnTo>
                  <a:pt x="606354" y="8636"/>
                </a:lnTo>
                <a:lnTo>
                  <a:pt x="598373" y="7492"/>
                </a:lnTo>
                <a:lnTo>
                  <a:pt x="588733" y="7112"/>
                </a:lnTo>
                <a:close/>
              </a:path>
              <a:path w="939165" h="294005">
                <a:moveTo>
                  <a:pt x="719632" y="0"/>
                </a:moveTo>
                <a:lnTo>
                  <a:pt x="707313" y="0"/>
                </a:lnTo>
                <a:lnTo>
                  <a:pt x="702233" y="253"/>
                </a:lnTo>
                <a:lnTo>
                  <a:pt x="682040" y="7620"/>
                </a:lnTo>
                <a:lnTo>
                  <a:pt x="682040" y="283337"/>
                </a:lnTo>
                <a:lnTo>
                  <a:pt x="682548" y="284607"/>
                </a:lnTo>
                <a:lnTo>
                  <a:pt x="684580" y="286638"/>
                </a:lnTo>
                <a:lnTo>
                  <a:pt x="686231" y="287527"/>
                </a:lnTo>
                <a:lnTo>
                  <a:pt x="688644" y="288163"/>
                </a:lnTo>
                <a:lnTo>
                  <a:pt x="691057" y="288925"/>
                </a:lnTo>
                <a:lnTo>
                  <a:pt x="694232" y="289433"/>
                </a:lnTo>
                <a:lnTo>
                  <a:pt x="698296" y="289813"/>
                </a:lnTo>
                <a:lnTo>
                  <a:pt x="702233" y="290068"/>
                </a:lnTo>
                <a:lnTo>
                  <a:pt x="707313" y="290322"/>
                </a:lnTo>
                <a:lnTo>
                  <a:pt x="719632" y="290322"/>
                </a:lnTo>
                <a:lnTo>
                  <a:pt x="738301" y="288163"/>
                </a:lnTo>
                <a:lnTo>
                  <a:pt x="740714" y="287527"/>
                </a:lnTo>
                <a:lnTo>
                  <a:pt x="742365" y="286638"/>
                </a:lnTo>
                <a:lnTo>
                  <a:pt x="744397" y="284607"/>
                </a:lnTo>
                <a:lnTo>
                  <a:pt x="744905" y="283337"/>
                </a:lnTo>
                <a:lnTo>
                  <a:pt x="744905" y="7620"/>
                </a:lnTo>
                <a:lnTo>
                  <a:pt x="724712" y="253"/>
                </a:lnTo>
                <a:lnTo>
                  <a:pt x="719632" y="0"/>
                </a:lnTo>
                <a:close/>
              </a:path>
              <a:path w="939165" h="294005">
                <a:moveTo>
                  <a:pt x="880287" y="132080"/>
                </a:moveTo>
                <a:lnTo>
                  <a:pt x="817803" y="132080"/>
                </a:lnTo>
                <a:lnTo>
                  <a:pt x="817876" y="229235"/>
                </a:lnTo>
                <a:lnTo>
                  <a:pt x="818065" y="235213"/>
                </a:lnTo>
                <a:lnTo>
                  <a:pt x="818851" y="242871"/>
                </a:lnTo>
                <a:lnTo>
                  <a:pt x="820020" y="249174"/>
                </a:lnTo>
                <a:lnTo>
                  <a:pt x="820067" y="249427"/>
                </a:lnTo>
                <a:lnTo>
                  <a:pt x="845315" y="284257"/>
                </a:lnTo>
                <a:lnTo>
                  <a:pt x="890193" y="293243"/>
                </a:lnTo>
                <a:lnTo>
                  <a:pt x="894892" y="293243"/>
                </a:lnTo>
                <a:lnTo>
                  <a:pt x="933627" y="284607"/>
                </a:lnTo>
                <a:lnTo>
                  <a:pt x="938580" y="269875"/>
                </a:lnTo>
                <a:lnTo>
                  <a:pt x="938580" y="259842"/>
                </a:lnTo>
                <a:lnTo>
                  <a:pt x="936964" y="249427"/>
                </a:lnTo>
                <a:lnTo>
                  <a:pt x="896670" y="249427"/>
                </a:lnTo>
                <a:lnTo>
                  <a:pt x="890155" y="247014"/>
                </a:lnTo>
                <a:lnTo>
                  <a:pt x="889908" y="247014"/>
                </a:lnTo>
                <a:lnTo>
                  <a:pt x="882192" y="236727"/>
                </a:lnTo>
                <a:lnTo>
                  <a:pt x="880287" y="229235"/>
                </a:lnTo>
                <a:lnTo>
                  <a:pt x="880287" y="132080"/>
                </a:lnTo>
                <a:close/>
              </a:path>
              <a:path w="939165" h="294005">
                <a:moveTo>
                  <a:pt x="932611" y="244601"/>
                </a:moveTo>
                <a:lnTo>
                  <a:pt x="930452" y="244601"/>
                </a:lnTo>
                <a:lnTo>
                  <a:pt x="929182" y="244856"/>
                </a:lnTo>
                <a:lnTo>
                  <a:pt x="926388" y="245872"/>
                </a:lnTo>
                <a:lnTo>
                  <a:pt x="922451" y="247014"/>
                </a:lnTo>
                <a:lnTo>
                  <a:pt x="920419" y="247650"/>
                </a:lnTo>
                <a:lnTo>
                  <a:pt x="917355" y="248285"/>
                </a:lnTo>
                <a:lnTo>
                  <a:pt x="912799" y="249174"/>
                </a:lnTo>
                <a:lnTo>
                  <a:pt x="909751" y="249427"/>
                </a:lnTo>
                <a:lnTo>
                  <a:pt x="936964" y="249427"/>
                </a:lnTo>
                <a:lnTo>
                  <a:pt x="936548" y="248285"/>
                </a:lnTo>
                <a:lnTo>
                  <a:pt x="936125" y="247014"/>
                </a:lnTo>
                <a:lnTo>
                  <a:pt x="935405" y="245872"/>
                </a:lnTo>
                <a:lnTo>
                  <a:pt x="934516" y="245363"/>
                </a:lnTo>
                <a:lnTo>
                  <a:pt x="933500" y="244856"/>
                </a:lnTo>
                <a:lnTo>
                  <a:pt x="932611" y="244601"/>
                </a:lnTo>
                <a:close/>
              </a:path>
              <a:path w="939165" h="294005">
                <a:moveTo>
                  <a:pt x="930325" y="89788"/>
                </a:moveTo>
                <a:lnTo>
                  <a:pt x="789736" y="89788"/>
                </a:lnTo>
                <a:lnTo>
                  <a:pt x="788212" y="90043"/>
                </a:lnTo>
                <a:lnTo>
                  <a:pt x="786942" y="90805"/>
                </a:lnTo>
                <a:lnTo>
                  <a:pt x="785672" y="91439"/>
                </a:lnTo>
                <a:lnTo>
                  <a:pt x="784656" y="92583"/>
                </a:lnTo>
                <a:lnTo>
                  <a:pt x="783894" y="94234"/>
                </a:lnTo>
                <a:lnTo>
                  <a:pt x="783005" y="95758"/>
                </a:lnTo>
                <a:lnTo>
                  <a:pt x="782370" y="97917"/>
                </a:lnTo>
                <a:lnTo>
                  <a:pt x="781608" y="103505"/>
                </a:lnTo>
                <a:lnTo>
                  <a:pt x="781354" y="106934"/>
                </a:lnTo>
                <a:lnTo>
                  <a:pt x="781354" y="118490"/>
                </a:lnTo>
                <a:lnTo>
                  <a:pt x="782243" y="123951"/>
                </a:lnTo>
                <a:lnTo>
                  <a:pt x="783894" y="127253"/>
                </a:lnTo>
                <a:lnTo>
                  <a:pt x="785545" y="130428"/>
                </a:lnTo>
                <a:lnTo>
                  <a:pt x="787958" y="132080"/>
                </a:lnTo>
                <a:lnTo>
                  <a:pt x="931976" y="132080"/>
                </a:lnTo>
                <a:lnTo>
                  <a:pt x="934389" y="130428"/>
                </a:lnTo>
                <a:lnTo>
                  <a:pt x="936040" y="127253"/>
                </a:lnTo>
                <a:lnTo>
                  <a:pt x="937691" y="123951"/>
                </a:lnTo>
                <a:lnTo>
                  <a:pt x="938580" y="118490"/>
                </a:lnTo>
                <a:lnTo>
                  <a:pt x="938580" y="106934"/>
                </a:lnTo>
                <a:lnTo>
                  <a:pt x="938326" y="103505"/>
                </a:lnTo>
                <a:lnTo>
                  <a:pt x="937564" y="97917"/>
                </a:lnTo>
                <a:lnTo>
                  <a:pt x="936929" y="95758"/>
                </a:lnTo>
                <a:lnTo>
                  <a:pt x="936040" y="94234"/>
                </a:lnTo>
                <a:lnTo>
                  <a:pt x="935278" y="92583"/>
                </a:lnTo>
                <a:lnTo>
                  <a:pt x="934262" y="91439"/>
                </a:lnTo>
                <a:lnTo>
                  <a:pt x="932992" y="90805"/>
                </a:lnTo>
                <a:lnTo>
                  <a:pt x="931722" y="90043"/>
                </a:lnTo>
                <a:lnTo>
                  <a:pt x="930325" y="89788"/>
                </a:lnTo>
                <a:close/>
              </a:path>
              <a:path w="939165" h="294005">
                <a:moveTo>
                  <a:pt x="860094" y="39877"/>
                </a:moveTo>
                <a:lnTo>
                  <a:pt x="837869" y="39877"/>
                </a:lnTo>
                <a:lnTo>
                  <a:pt x="833805" y="40259"/>
                </a:lnTo>
                <a:lnTo>
                  <a:pt x="829741" y="40512"/>
                </a:lnTo>
                <a:lnTo>
                  <a:pt x="817803" y="46989"/>
                </a:lnTo>
                <a:lnTo>
                  <a:pt x="817803" y="89788"/>
                </a:lnTo>
                <a:lnTo>
                  <a:pt x="880287" y="89788"/>
                </a:lnTo>
                <a:lnTo>
                  <a:pt x="880287" y="46989"/>
                </a:lnTo>
                <a:lnTo>
                  <a:pt x="864158" y="40259"/>
                </a:lnTo>
                <a:lnTo>
                  <a:pt x="860094" y="39877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93291" y="922400"/>
            <a:ext cx="596265" cy="295910"/>
          </a:xfrm>
          <a:custGeom>
            <a:avLst/>
            <a:gdLst/>
            <a:ahLst/>
            <a:cxnLst/>
            <a:rect l="l" t="t" r="r" b="b"/>
            <a:pathLst>
              <a:path w="596264" h="295909">
                <a:moveTo>
                  <a:pt x="99948" y="133731"/>
                </a:moveTo>
                <a:lnTo>
                  <a:pt x="37337" y="133731"/>
                </a:lnTo>
                <a:lnTo>
                  <a:pt x="37337" y="284988"/>
                </a:lnTo>
                <a:lnTo>
                  <a:pt x="37845" y="286258"/>
                </a:lnTo>
                <a:lnTo>
                  <a:pt x="39623" y="288289"/>
                </a:lnTo>
                <a:lnTo>
                  <a:pt x="41275" y="289178"/>
                </a:lnTo>
                <a:lnTo>
                  <a:pt x="43687" y="289813"/>
                </a:lnTo>
                <a:lnTo>
                  <a:pt x="46100" y="290575"/>
                </a:lnTo>
                <a:lnTo>
                  <a:pt x="49402" y="291084"/>
                </a:lnTo>
                <a:lnTo>
                  <a:pt x="53466" y="291464"/>
                </a:lnTo>
                <a:lnTo>
                  <a:pt x="57531" y="291719"/>
                </a:lnTo>
                <a:lnTo>
                  <a:pt x="62483" y="291973"/>
                </a:lnTo>
                <a:lnTo>
                  <a:pt x="74548" y="291973"/>
                </a:lnTo>
                <a:lnTo>
                  <a:pt x="83692" y="291464"/>
                </a:lnTo>
                <a:lnTo>
                  <a:pt x="87883" y="291084"/>
                </a:lnTo>
                <a:lnTo>
                  <a:pt x="91058" y="290575"/>
                </a:lnTo>
                <a:lnTo>
                  <a:pt x="93471" y="289813"/>
                </a:lnTo>
                <a:lnTo>
                  <a:pt x="95757" y="289178"/>
                </a:lnTo>
                <a:lnTo>
                  <a:pt x="97408" y="288289"/>
                </a:lnTo>
                <a:lnTo>
                  <a:pt x="99440" y="286258"/>
                </a:lnTo>
                <a:lnTo>
                  <a:pt x="99948" y="284988"/>
                </a:lnTo>
                <a:lnTo>
                  <a:pt x="99948" y="133731"/>
                </a:lnTo>
                <a:close/>
              </a:path>
              <a:path w="596264" h="295909">
                <a:moveTo>
                  <a:pt x="141985" y="91439"/>
                </a:moveTo>
                <a:lnTo>
                  <a:pt x="8000" y="91439"/>
                </a:lnTo>
                <a:lnTo>
                  <a:pt x="6603" y="91694"/>
                </a:lnTo>
                <a:lnTo>
                  <a:pt x="5333" y="92456"/>
                </a:lnTo>
                <a:lnTo>
                  <a:pt x="4063" y="93090"/>
                </a:lnTo>
                <a:lnTo>
                  <a:pt x="3175" y="94234"/>
                </a:lnTo>
                <a:lnTo>
                  <a:pt x="2412" y="95885"/>
                </a:lnTo>
                <a:lnTo>
                  <a:pt x="1650" y="97409"/>
                </a:lnTo>
                <a:lnTo>
                  <a:pt x="1015" y="99568"/>
                </a:lnTo>
                <a:lnTo>
                  <a:pt x="253" y="105156"/>
                </a:lnTo>
                <a:lnTo>
                  <a:pt x="0" y="108585"/>
                </a:lnTo>
                <a:lnTo>
                  <a:pt x="0" y="120141"/>
                </a:lnTo>
                <a:lnTo>
                  <a:pt x="761" y="125602"/>
                </a:lnTo>
                <a:lnTo>
                  <a:pt x="2412" y="128904"/>
                </a:lnTo>
                <a:lnTo>
                  <a:pt x="3936" y="132079"/>
                </a:lnTo>
                <a:lnTo>
                  <a:pt x="6350" y="133731"/>
                </a:lnTo>
                <a:lnTo>
                  <a:pt x="143636" y="133731"/>
                </a:lnTo>
                <a:lnTo>
                  <a:pt x="146050" y="132079"/>
                </a:lnTo>
                <a:lnTo>
                  <a:pt x="147700" y="128904"/>
                </a:lnTo>
                <a:lnTo>
                  <a:pt x="149351" y="125602"/>
                </a:lnTo>
                <a:lnTo>
                  <a:pt x="150240" y="120141"/>
                </a:lnTo>
                <a:lnTo>
                  <a:pt x="150240" y="108585"/>
                </a:lnTo>
                <a:lnTo>
                  <a:pt x="149986" y="105156"/>
                </a:lnTo>
                <a:lnTo>
                  <a:pt x="149225" y="99568"/>
                </a:lnTo>
                <a:lnTo>
                  <a:pt x="148589" y="97409"/>
                </a:lnTo>
                <a:lnTo>
                  <a:pt x="147700" y="95885"/>
                </a:lnTo>
                <a:lnTo>
                  <a:pt x="146938" y="94234"/>
                </a:lnTo>
                <a:lnTo>
                  <a:pt x="145922" y="93090"/>
                </a:lnTo>
                <a:lnTo>
                  <a:pt x="144652" y="92456"/>
                </a:lnTo>
                <a:lnTo>
                  <a:pt x="143382" y="91694"/>
                </a:lnTo>
                <a:lnTo>
                  <a:pt x="141985" y="91439"/>
                </a:lnTo>
                <a:close/>
              </a:path>
              <a:path w="596264" h="295909">
                <a:moveTo>
                  <a:pt x="121792" y="0"/>
                </a:moveTo>
                <a:lnTo>
                  <a:pt x="115315" y="0"/>
                </a:lnTo>
                <a:lnTo>
                  <a:pt x="105572" y="307"/>
                </a:lnTo>
                <a:lnTo>
                  <a:pt x="66849" y="10747"/>
                </a:lnTo>
                <a:lnTo>
                  <a:pt x="41909" y="42672"/>
                </a:lnTo>
                <a:lnTo>
                  <a:pt x="37337" y="75819"/>
                </a:lnTo>
                <a:lnTo>
                  <a:pt x="37337" y="91439"/>
                </a:lnTo>
                <a:lnTo>
                  <a:pt x="99948" y="91439"/>
                </a:lnTo>
                <a:lnTo>
                  <a:pt x="99948" y="68452"/>
                </a:lnTo>
                <a:lnTo>
                  <a:pt x="100456" y="63373"/>
                </a:lnTo>
                <a:lnTo>
                  <a:pt x="101345" y="59309"/>
                </a:lnTo>
                <a:lnTo>
                  <a:pt x="102361" y="55245"/>
                </a:lnTo>
                <a:lnTo>
                  <a:pt x="104012" y="51943"/>
                </a:lnTo>
                <a:lnTo>
                  <a:pt x="106171" y="49402"/>
                </a:lnTo>
                <a:lnTo>
                  <a:pt x="108331" y="46736"/>
                </a:lnTo>
                <a:lnTo>
                  <a:pt x="110997" y="44958"/>
                </a:lnTo>
                <a:lnTo>
                  <a:pt x="114172" y="43687"/>
                </a:lnTo>
                <a:lnTo>
                  <a:pt x="117108" y="42672"/>
                </a:lnTo>
                <a:lnTo>
                  <a:pt x="116522" y="42672"/>
                </a:lnTo>
                <a:lnTo>
                  <a:pt x="120332" y="42163"/>
                </a:lnTo>
                <a:lnTo>
                  <a:pt x="157687" y="42163"/>
                </a:lnTo>
                <a:lnTo>
                  <a:pt x="157860" y="41783"/>
                </a:lnTo>
                <a:lnTo>
                  <a:pt x="158369" y="39877"/>
                </a:lnTo>
                <a:lnTo>
                  <a:pt x="158750" y="37464"/>
                </a:lnTo>
                <a:lnTo>
                  <a:pt x="158915" y="35891"/>
                </a:lnTo>
                <a:lnTo>
                  <a:pt x="159003" y="35051"/>
                </a:lnTo>
                <a:lnTo>
                  <a:pt x="159257" y="31876"/>
                </a:lnTo>
                <a:lnTo>
                  <a:pt x="159257" y="23875"/>
                </a:lnTo>
                <a:lnTo>
                  <a:pt x="157098" y="11175"/>
                </a:lnTo>
                <a:lnTo>
                  <a:pt x="156336" y="9398"/>
                </a:lnTo>
                <a:lnTo>
                  <a:pt x="155447" y="8127"/>
                </a:lnTo>
                <a:lnTo>
                  <a:pt x="154177" y="7238"/>
                </a:lnTo>
                <a:lnTo>
                  <a:pt x="153034" y="6350"/>
                </a:lnTo>
                <a:lnTo>
                  <a:pt x="150875" y="5334"/>
                </a:lnTo>
                <a:lnTo>
                  <a:pt x="147446" y="4318"/>
                </a:lnTo>
                <a:lnTo>
                  <a:pt x="144144" y="3301"/>
                </a:lnTo>
                <a:lnTo>
                  <a:pt x="139572" y="2286"/>
                </a:lnTo>
                <a:lnTo>
                  <a:pt x="128015" y="508"/>
                </a:lnTo>
                <a:lnTo>
                  <a:pt x="121792" y="0"/>
                </a:lnTo>
                <a:close/>
              </a:path>
              <a:path w="596264" h="295909">
                <a:moveTo>
                  <a:pt x="157687" y="42163"/>
                </a:moveTo>
                <a:lnTo>
                  <a:pt x="132969" y="42163"/>
                </a:lnTo>
                <a:lnTo>
                  <a:pt x="138556" y="43179"/>
                </a:lnTo>
                <a:lnTo>
                  <a:pt x="141096" y="43687"/>
                </a:lnTo>
                <a:lnTo>
                  <a:pt x="143636" y="44450"/>
                </a:lnTo>
                <a:lnTo>
                  <a:pt x="145605" y="44958"/>
                </a:lnTo>
                <a:lnTo>
                  <a:pt x="146938" y="45338"/>
                </a:lnTo>
                <a:lnTo>
                  <a:pt x="149732" y="46354"/>
                </a:lnTo>
                <a:lnTo>
                  <a:pt x="151637" y="46736"/>
                </a:lnTo>
                <a:lnTo>
                  <a:pt x="152654" y="46736"/>
                </a:lnTo>
                <a:lnTo>
                  <a:pt x="154177" y="46354"/>
                </a:lnTo>
                <a:lnTo>
                  <a:pt x="154939" y="45847"/>
                </a:lnTo>
                <a:lnTo>
                  <a:pt x="155828" y="45338"/>
                </a:lnTo>
                <a:lnTo>
                  <a:pt x="156590" y="44450"/>
                </a:lnTo>
                <a:lnTo>
                  <a:pt x="157225" y="43179"/>
                </a:lnTo>
                <a:lnTo>
                  <a:pt x="157687" y="42163"/>
                </a:lnTo>
                <a:close/>
              </a:path>
              <a:path w="596264" h="295909">
                <a:moveTo>
                  <a:pt x="287527" y="86613"/>
                </a:moveTo>
                <a:lnTo>
                  <a:pt x="245915" y="90953"/>
                </a:lnTo>
                <a:lnTo>
                  <a:pt x="204110" y="109380"/>
                </a:lnTo>
                <a:lnTo>
                  <a:pt x="177514" y="140150"/>
                </a:lnTo>
                <a:lnTo>
                  <a:pt x="166084" y="181342"/>
                </a:lnTo>
                <a:lnTo>
                  <a:pt x="165702" y="190626"/>
                </a:lnTo>
                <a:lnTo>
                  <a:pt x="165607" y="192912"/>
                </a:lnTo>
                <a:lnTo>
                  <a:pt x="165774" y="197344"/>
                </a:lnTo>
                <a:lnTo>
                  <a:pt x="165814" y="198405"/>
                </a:lnTo>
                <a:lnTo>
                  <a:pt x="165903" y="200781"/>
                </a:lnTo>
                <a:lnTo>
                  <a:pt x="166016" y="203787"/>
                </a:lnTo>
                <a:lnTo>
                  <a:pt x="166094" y="205168"/>
                </a:lnTo>
                <a:lnTo>
                  <a:pt x="167365" y="215900"/>
                </a:lnTo>
                <a:lnTo>
                  <a:pt x="167385" y="216074"/>
                </a:lnTo>
                <a:lnTo>
                  <a:pt x="181467" y="254127"/>
                </a:lnTo>
                <a:lnTo>
                  <a:pt x="210359" y="280225"/>
                </a:lnTo>
                <a:lnTo>
                  <a:pt x="254253" y="293814"/>
                </a:lnTo>
                <a:lnTo>
                  <a:pt x="281939" y="295528"/>
                </a:lnTo>
                <a:lnTo>
                  <a:pt x="294776" y="295100"/>
                </a:lnTo>
                <a:lnTo>
                  <a:pt x="296160" y="295100"/>
                </a:lnTo>
                <a:lnTo>
                  <a:pt x="335533" y="287782"/>
                </a:lnTo>
                <a:lnTo>
                  <a:pt x="373633" y="265938"/>
                </a:lnTo>
                <a:lnTo>
                  <a:pt x="384467" y="253746"/>
                </a:lnTo>
                <a:lnTo>
                  <a:pt x="284225" y="253746"/>
                </a:lnTo>
                <a:lnTo>
                  <a:pt x="276820" y="253458"/>
                </a:lnTo>
                <a:lnTo>
                  <a:pt x="241807" y="235838"/>
                </a:lnTo>
                <a:lnTo>
                  <a:pt x="237744" y="230250"/>
                </a:lnTo>
                <a:lnTo>
                  <a:pt x="230400" y="198405"/>
                </a:lnTo>
                <a:lnTo>
                  <a:pt x="230310" y="197344"/>
                </a:lnTo>
                <a:lnTo>
                  <a:pt x="230187" y="192912"/>
                </a:lnTo>
                <a:lnTo>
                  <a:pt x="230165" y="189229"/>
                </a:lnTo>
                <a:lnTo>
                  <a:pt x="230306" y="184544"/>
                </a:lnTo>
                <a:lnTo>
                  <a:pt x="230338" y="183483"/>
                </a:lnTo>
                <a:lnTo>
                  <a:pt x="230849" y="178101"/>
                </a:lnTo>
                <a:lnTo>
                  <a:pt x="230935" y="177204"/>
                </a:lnTo>
                <a:lnTo>
                  <a:pt x="230981" y="176720"/>
                </a:lnTo>
                <a:lnTo>
                  <a:pt x="248157" y="139191"/>
                </a:lnTo>
                <a:lnTo>
                  <a:pt x="275970" y="127888"/>
                </a:lnTo>
                <a:lnTo>
                  <a:pt x="388112" y="127888"/>
                </a:lnTo>
                <a:lnTo>
                  <a:pt x="382230" y="120090"/>
                </a:lnTo>
                <a:lnTo>
                  <a:pt x="349821" y="97154"/>
                </a:lnTo>
                <a:lnTo>
                  <a:pt x="302455" y="87092"/>
                </a:lnTo>
                <a:lnTo>
                  <a:pt x="303650" y="87092"/>
                </a:lnTo>
                <a:lnTo>
                  <a:pt x="287527" y="86613"/>
                </a:lnTo>
                <a:close/>
              </a:path>
              <a:path w="596264" h="295909">
                <a:moveTo>
                  <a:pt x="388090" y="127888"/>
                </a:moveTo>
                <a:lnTo>
                  <a:pt x="285241" y="127888"/>
                </a:lnTo>
                <a:lnTo>
                  <a:pt x="292738" y="128196"/>
                </a:lnTo>
                <a:lnTo>
                  <a:pt x="299593" y="129111"/>
                </a:lnTo>
                <a:lnTo>
                  <a:pt x="327786" y="146050"/>
                </a:lnTo>
                <a:lnTo>
                  <a:pt x="331977" y="151637"/>
                </a:lnTo>
                <a:lnTo>
                  <a:pt x="338556" y="177204"/>
                </a:lnTo>
                <a:lnTo>
                  <a:pt x="338677" y="178101"/>
                </a:lnTo>
                <a:lnTo>
                  <a:pt x="339094" y="183483"/>
                </a:lnTo>
                <a:lnTo>
                  <a:pt x="339177" y="184544"/>
                </a:lnTo>
                <a:lnTo>
                  <a:pt x="339294" y="192912"/>
                </a:lnTo>
                <a:lnTo>
                  <a:pt x="339163" y="197344"/>
                </a:lnTo>
                <a:lnTo>
                  <a:pt x="339131" y="198405"/>
                </a:lnTo>
                <a:lnTo>
                  <a:pt x="338631" y="203787"/>
                </a:lnTo>
                <a:lnTo>
                  <a:pt x="338532" y="204845"/>
                </a:lnTo>
                <a:lnTo>
                  <a:pt x="321563" y="242570"/>
                </a:lnTo>
                <a:lnTo>
                  <a:pt x="308863" y="249427"/>
                </a:lnTo>
                <a:lnTo>
                  <a:pt x="301878" y="252349"/>
                </a:lnTo>
                <a:lnTo>
                  <a:pt x="293750" y="253746"/>
                </a:lnTo>
                <a:lnTo>
                  <a:pt x="384467" y="253746"/>
                </a:lnTo>
                <a:lnTo>
                  <a:pt x="401970" y="211820"/>
                </a:lnTo>
                <a:lnTo>
                  <a:pt x="403708" y="192912"/>
                </a:lnTo>
                <a:lnTo>
                  <a:pt x="403802" y="190626"/>
                </a:lnTo>
                <a:lnTo>
                  <a:pt x="403859" y="189229"/>
                </a:lnTo>
                <a:lnTo>
                  <a:pt x="403685" y="184544"/>
                </a:lnTo>
                <a:lnTo>
                  <a:pt x="403565" y="181342"/>
                </a:lnTo>
                <a:lnTo>
                  <a:pt x="403444" y="178101"/>
                </a:lnTo>
                <a:lnTo>
                  <a:pt x="392898" y="136195"/>
                </a:lnTo>
                <a:lnTo>
                  <a:pt x="388090" y="127888"/>
                </a:lnTo>
                <a:close/>
              </a:path>
              <a:path w="596264" h="295909">
                <a:moveTo>
                  <a:pt x="505036" y="93852"/>
                </a:moveTo>
                <a:lnTo>
                  <a:pt x="455450" y="93852"/>
                </a:lnTo>
                <a:lnTo>
                  <a:pt x="454758" y="94741"/>
                </a:lnTo>
                <a:lnTo>
                  <a:pt x="453770" y="95885"/>
                </a:lnTo>
                <a:lnTo>
                  <a:pt x="453389" y="97027"/>
                </a:lnTo>
                <a:lnTo>
                  <a:pt x="453389" y="284988"/>
                </a:lnTo>
                <a:lnTo>
                  <a:pt x="453897" y="286258"/>
                </a:lnTo>
                <a:lnTo>
                  <a:pt x="455929" y="288289"/>
                </a:lnTo>
                <a:lnTo>
                  <a:pt x="457581" y="289178"/>
                </a:lnTo>
                <a:lnTo>
                  <a:pt x="459994" y="289813"/>
                </a:lnTo>
                <a:lnTo>
                  <a:pt x="462406" y="290575"/>
                </a:lnTo>
                <a:lnTo>
                  <a:pt x="465581" y="291084"/>
                </a:lnTo>
                <a:lnTo>
                  <a:pt x="469645" y="291464"/>
                </a:lnTo>
                <a:lnTo>
                  <a:pt x="473582" y="291719"/>
                </a:lnTo>
                <a:lnTo>
                  <a:pt x="478663" y="291973"/>
                </a:lnTo>
                <a:lnTo>
                  <a:pt x="490981" y="291973"/>
                </a:lnTo>
                <a:lnTo>
                  <a:pt x="509650" y="289813"/>
                </a:lnTo>
                <a:lnTo>
                  <a:pt x="512063" y="289178"/>
                </a:lnTo>
                <a:lnTo>
                  <a:pt x="513714" y="288289"/>
                </a:lnTo>
                <a:lnTo>
                  <a:pt x="515746" y="286258"/>
                </a:lnTo>
                <a:lnTo>
                  <a:pt x="516254" y="284988"/>
                </a:lnTo>
                <a:lnTo>
                  <a:pt x="516254" y="168148"/>
                </a:lnTo>
                <a:lnTo>
                  <a:pt x="520826" y="162178"/>
                </a:lnTo>
                <a:lnTo>
                  <a:pt x="525144" y="156972"/>
                </a:lnTo>
                <a:lnTo>
                  <a:pt x="529335" y="152908"/>
                </a:lnTo>
                <a:lnTo>
                  <a:pt x="533400" y="148716"/>
                </a:lnTo>
                <a:lnTo>
                  <a:pt x="537209" y="145414"/>
                </a:lnTo>
                <a:lnTo>
                  <a:pt x="541019" y="142875"/>
                </a:lnTo>
                <a:lnTo>
                  <a:pt x="544702" y="140335"/>
                </a:lnTo>
                <a:lnTo>
                  <a:pt x="548385" y="138557"/>
                </a:lnTo>
                <a:lnTo>
                  <a:pt x="551814" y="137413"/>
                </a:lnTo>
                <a:lnTo>
                  <a:pt x="555370" y="136144"/>
                </a:lnTo>
                <a:lnTo>
                  <a:pt x="558800" y="135636"/>
                </a:lnTo>
                <a:lnTo>
                  <a:pt x="594124" y="135636"/>
                </a:lnTo>
                <a:lnTo>
                  <a:pt x="594232" y="135382"/>
                </a:lnTo>
                <a:lnTo>
                  <a:pt x="594867" y="133603"/>
                </a:lnTo>
                <a:lnTo>
                  <a:pt x="595376" y="131063"/>
                </a:lnTo>
                <a:lnTo>
                  <a:pt x="595629" y="127888"/>
                </a:lnTo>
                <a:lnTo>
                  <a:pt x="596010" y="124713"/>
                </a:lnTo>
                <a:lnTo>
                  <a:pt x="596110" y="121538"/>
                </a:lnTo>
                <a:lnTo>
                  <a:pt x="506983" y="121538"/>
                </a:lnTo>
                <a:lnTo>
                  <a:pt x="506983" y="97027"/>
                </a:lnTo>
                <a:lnTo>
                  <a:pt x="506729" y="96265"/>
                </a:lnTo>
                <a:lnTo>
                  <a:pt x="506602" y="95885"/>
                </a:lnTo>
                <a:lnTo>
                  <a:pt x="505713" y="94869"/>
                </a:lnTo>
                <a:lnTo>
                  <a:pt x="505036" y="93852"/>
                </a:lnTo>
                <a:close/>
              </a:path>
              <a:path w="596264" h="295909">
                <a:moveTo>
                  <a:pt x="594124" y="135636"/>
                </a:moveTo>
                <a:lnTo>
                  <a:pt x="565276" y="135636"/>
                </a:lnTo>
                <a:lnTo>
                  <a:pt x="568070" y="135889"/>
                </a:lnTo>
                <a:lnTo>
                  <a:pt x="570483" y="136398"/>
                </a:lnTo>
                <a:lnTo>
                  <a:pt x="573023" y="136778"/>
                </a:lnTo>
                <a:lnTo>
                  <a:pt x="575881" y="137413"/>
                </a:lnTo>
                <a:lnTo>
                  <a:pt x="575716" y="137413"/>
                </a:lnTo>
                <a:lnTo>
                  <a:pt x="577341" y="137922"/>
                </a:lnTo>
                <a:lnTo>
                  <a:pt x="579373" y="138429"/>
                </a:lnTo>
                <a:lnTo>
                  <a:pt x="581278" y="138937"/>
                </a:lnTo>
                <a:lnTo>
                  <a:pt x="584581" y="139953"/>
                </a:lnTo>
                <a:lnTo>
                  <a:pt x="586866" y="140335"/>
                </a:lnTo>
                <a:lnTo>
                  <a:pt x="588729" y="140335"/>
                </a:lnTo>
                <a:lnTo>
                  <a:pt x="589999" y="139953"/>
                </a:lnTo>
                <a:lnTo>
                  <a:pt x="590194" y="139953"/>
                </a:lnTo>
                <a:lnTo>
                  <a:pt x="593797" y="136398"/>
                </a:lnTo>
                <a:lnTo>
                  <a:pt x="593906" y="136144"/>
                </a:lnTo>
                <a:lnTo>
                  <a:pt x="594015" y="135889"/>
                </a:lnTo>
                <a:lnTo>
                  <a:pt x="594124" y="135636"/>
                </a:lnTo>
                <a:close/>
              </a:path>
              <a:path w="596264" h="295909">
                <a:moveTo>
                  <a:pt x="570483" y="86740"/>
                </a:moveTo>
                <a:lnTo>
                  <a:pt x="560197" y="86740"/>
                </a:lnTo>
                <a:lnTo>
                  <a:pt x="556767" y="87122"/>
                </a:lnTo>
                <a:lnTo>
                  <a:pt x="518286" y="108838"/>
                </a:lnTo>
                <a:lnTo>
                  <a:pt x="506983" y="121538"/>
                </a:lnTo>
                <a:lnTo>
                  <a:pt x="596110" y="121538"/>
                </a:lnTo>
                <a:lnTo>
                  <a:pt x="596138" y="106807"/>
                </a:lnTo>
                <a:lnTo>
                  <a:pt x="595883" y="103886"/>
                </a:lnTo>
                <a:lnTo>
                  <a:pt x="595757" y="100964"/>
                </a:lnTo>
                <a:lnTo>
                  <a:pt x="595622" y="99822"/>
                </a:lnTo>
                <a:lnTo>
                  <a:pt x="595502" y="98806"/>
                </a:lnTo>
                <a:lnTo>
                  <a:pt x="595121" y="97282"/>
                </a:lnTo>
                <a:lnTo>
                  <a:pt x="594937" y="96265"/>
                </a:lnTo>
                <a:lnTo>
                  <a:pt x="594867" y="95885"/>
                </a:lnTo>
                <a:lnTo>
                  <a:pt x="594529" y="94869"/>
                </a:lnTo>
                <a:lnTo>
                  <a:pt x="580770" y="88011"/>
                </a:lnTo>
                <a:lnTo>
                  <a:pt x="578103" y="87502"/>
                </a:lnTo>
                <a:lnTo>
                  <a:pt x="575436" y="87122"/>
                </a:lnTo>
                <a:lnTo>
                  <a:pt x="573023" y="86868"/>
                </a:lnTo>
                <a:lnTo>
                  <a:pt x="570483" y="86740"/>
                </a:lnTo>
                <a:close/>
              </a:path>
              <a:path w="596264" h="295909">
                <a:moveTo>
                  <a:pt x="490092" y="90297"/>
                </a:moveTo>
                <a:lnTo>
                  <a:pt x="470915" y="90297"/>
                </a:lnTo>
                <a:lnTo>
                  <a:pt x="464057" y="91059"/>
                </a:lnTo>
                <a:lnTo>
                  <a:pt x="461263" y="91566"/>
                </a:lnTo>
                <a:lnTo>
                  <a:pt x="458745" y="92328"/>
                </a:lnTo>
                <a:lnTo>
                  <a:pt x="456713" y="93090"/>
                </a:lnTo>
                <a:lnTo>
                  <a:pt x="455316" y="93852"/>
                </a:lnTo>
                <a:lnTo>
                  <a:pt x="505184" y="93852"/>
                </a:lnTo>
                <a:lnTo>
                  <a:pt x="490092" y="90297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1476" y="924052"/>
            <a:ext cx="1174496" cy="2938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2215" y="924686"/>
            <a:ext cx="1887982" cy="36423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777610" y="922400"/>
            <a:ext cx="596265" cy="295910"/>
          </a:xfrm>
          <a:custGeom>
            <a:avLst/>
            <a:gdLst/>
            <a:ahLst/>
            <a:cxnLst/>
            <a:rect l="l" t="t" r="r" b="b"/>
            <a:pathLst>
              <a:path w="596264" h="295909">
                <a:moveTo>
                  <a:pt x="99949" y="133731"/>
                </a:moveTo>
                <a:lnTo>
                  <a:pt x="37337" y="133731"/>
                </a:lnTo>
                <a:lnTo>
                  <a:pt x="37337" y="284988"/>
                </a:lnTo>
                <a:lnTo>
                  <a:pt x="37846" y="286258"/>
                </a:lnTo>
                <a:lnTo>
                  <a:pt x="39624" y="288289"/>
                </a:lnTo>
                <a:lnTo>
                  <a:pt x="41275" y="289178"/>
                </a:lnTo>
                <a:lnTo>
                  <a:pt x="43687" y="289813"/>
                </a:lnTo>
                <a:lnTo>
                  <a:pt x="46100" y="290575"/>
                </a:lnTo>
                <a:lnTo>
                  <a:pt x="49402" y="291084"/>
                </a:lnTo>
                <a:lnTo>
                  <a:pt x="53466" y="291464"/>
                </a:lnTo>
                <a:lnTo>
                  <a:pt x="57530" y="291719"/>
                </a:lnTo>
                <a:lnTo>
                  <a:pt x="62484" y="291973"/>
                </a:lnTo>
                <a:lnTo>
                  <a:pt x="74549" y="291973"/>
                </a:lnTo>
                <a:lnTo>
                  <a:pt x="83692" y="291464"/>
                </a:lnTo>
                <a:lnTo>
                  <a:pt x="87884" y="291084"/>
                </a:lnTo>
                <a:lnTo>
                  <a:pt x="91059" y="290575"/>
                </a:lnTo>
                <a:lnTo>
                  <a:pt x="93472" y="289813"/>
                </a:lnTo>
                <a:lnTo>
                  <a:pt x="95758" y="289178"/>
                </a:lnTo>
                <a:lnTo>
                  <a:pt x="97409" y="288289"/>
                </a:lnTo>
                <a:lnTo>
                  <a:pt x="99440" y="286258"/>
                </a:lnTo>
                <a:lnTo>
                  <a:pt x="99949" y="284988"/>
                </a:lnTo>
                <a:lnTo>
                  <a:pt x="99949" y="133731"/>
                </a:lnTo>
                <a:close/>
              </a:path>
              <a:path w="596264" h="295909">
                <a:moveTo>
                  <a:pt x="141986" y="91439"/>
                </a:moveTo>
                <a:lnTo>
                  <a:pt x="8000" y="91439"/>
                </a:lnTo>
                <a:lnTo>
                  <a:pt x="6603" y="91694"/>
                </a:lnTo>
                <a:lnTo>
                  <a:pt x="5334" y="92456"/>
                </a:lnTo>
                <a:lnTo>
                  <a:pt x="4063" y="93090"/>
                </a:lnTo>
                <a:lnTo>
                  <a:pt x="3175" y="94234"/>
                </a:lnTo>
                <a:lnTo>
                  <a:pt x="2412" y="95885"/>
                </a:lnTo>
                <a:lnTo>
                  <a:pt x="1650" y="97409"/>
                </a:lnTo>
                <a:lnTo>
                  <a:pt x="1015" y="99568"/>
                </a:lnTo>
                <a:lnTo>
                  <a:pt x="253" y="105156"/>
                </a:lnTo>
                <a:lnTo>
                  <a:pt x="0" y="108585"/>
                </a:lnTo>
                <a:lnTo>
                  <a:pt x="0" y="120141"/>
                </a:lnTo>
                <a:lnTo>
                  <a:pt x="762" y="125602"/>
                </a:lnTo>
                <a:lnTo>
                  <a:pt x="2412" y="128904"/>
                </a:lnTo>
                <a:lnTo>
                  <a:pt x="3937" y="132079"/>
                </a:lnTo>
                <a:lnTo>
                  <a:pt x="6350" y="133731"/>
                </a:lnTo>
                <a:lnTo>
                  <a:pt x="143637" y="133731"/>
                </a:lnTo>
                <a:lnTo>
                  <a:pt x="146050" y="132079"/>
                </a:lnTo>
                <a:lnTo>
                  <a:pt x="147700" y="128904"/>
                </a:lnTo>
                <a:lnTo>
                  <a:pt x="149351" y="125602"/>
                </a:lnTo>
                <a:lnTo>
                  <a:pt x="150240" y="120141"/>
                </a:lnTo>
                <a:lnTo>
                  <a:pt x="150240" y="108585"/>
                </a:lnTo>
                <a:lnTo>
                  <a:pt x="149987" y="105156"/>
                </a:lnTo>
                <a:lnTo>
                  <a:pt x="149225" y="99568"/>
                </a:lnTo>
                <a:lnTo>
                  <a:pt x="148589" y="97409"/>
                </a:lnTo>
                <a:lnTo>
                  <a:pt x="147700" y="95885"/>
                </a:lnTo>
                <a:lnTo>
                  <a:pt x="146938" y="94234"/>
                </a:lnTo>
                <a:lnTo>
                  <a:pt x="145923" y="93090"/>
                </a:lnTo>
                <a:lnTo>
                  <a:pt x="144652" y="92456"/>
                </a:lnTo>
                <a:lnTo>
                  <a:pt x="143383" y="91694"/>
                </a:lnTo>
                <a:lnTo>
                  <a:pt x="141986" y="91439"/>
                </a:lnTo>
                <a:close/>
              </a:path>
              <a:path w="596264" h="295909">
                <a:moveTo>
                  <a:pt x="121792" y="0"/>
                </a:moveTo>
                <a:lnTo>
                  <a:pt x="115315" y="0"/>
                </a:lnTo>
                <a:lnTo>
                  <a:pt x="105572" y="307"/>
                </a:lnTo>
                <a:lnTo>
                  <a:pt x="66849" y="10747"/>
                </a:lnTo>
                <a:lnTo>
                  <a:pt x="41910" y="42672"/>
                </a:lnTo>
                <a:lnTo>
                  <a:pt x="37337" y="75819"/>
                </a:lnTo>
                <a:lnTo>
                  <a:pt x="37337" y="91439"/>
                </a:lnTo>
                <a:lnTo>
                  <a:pt x="99949" y="91439"/>
                </a:lnTo>
                <a:lnTo>
                  <a:pt x="99949" y="68452"/>
                </a:lnTo>
                <a:lnTo>
                  <a:pt x="100456" y="63373"/>
                </a:lnTo>
                <a:lnTo>
                  <a:pt x="101346" y="59309"/>
                </a:lnTo>
                <a:lnTo>
                  <a:pt x="102362" y="55245"/>
                </a:lnTo>
                <a:lnTo>
                  <a:pt x="104012" y="51943"/>
                </a:lnTo>
                <a:lnTo>
                  <a:pt x="106172" y="49402"/>
                </a:lnTo>
                <a:lnTo>
                  <a:pt x="108330" y="46736"/>
                </a:lnTo>
                <a:lnTo>
                  <a:pt x="110998" y="44958"/>
                </a:lnTo>
                <a:lnTo>
                  <a:pt x="114173" y="43687"/>
                </a:lnTo>
                <a:lnTo>
                  <a:pt x="117108" y="42672"/>
                </a:lnTo>
                <a:lnTo>
                  <a:pt x="116522" y="42672"/>
                </a:lnTo>
                <a:lnTo>
                  <a:pt x="120332" y="42163"/>
                </a:lnTo>
                <a:lnTo>
                  <a:pt x="157687" y="42163"/>
                </a:lnTo>
                <a:lnTo>
                  <a:pt x="157861" y="41783"/>
                </a:lnTo>
                <a:lnTo>
                  <a:pt x="159258" y="31876"/>
                </a:lnTo>
                <a:lnTo>
                  <a:pt x="159258" y="23875"/>
                </a:lnTo>
                <a:lnTo>
                  <a:pt x="159003" y="20447"/>
                </a:lnTo>
                <a:lnTo>
                  <a:pt x="158870" y="19050"/>
                </a:lnTo>
                <a:lnTo>
                  <a:pt x="158750" y="17779"/>
                </a:lnTo>
                <a:lnTo>
                  <a:pt x="158368" y="15112"/>
                </a:lnTo>
                <a:lnTo>
                  <a:pt x="157861" y="12826"/>
                </a:lnTo>
                <a:lnTo>
                  <a:pt x="157099" y="11175"/>
                </a:lnTo>
                <a:lnTo>
                  <a:pt x="156337" y="9398"/>
                </a:lnTo>
                <a:lnTo>
                  <a:pt x="155321" y="8127"/>
                </a:lnTo>
                <a:lnTo>
                  <a:pt x="153035" y="6350"/>
                </a:lnTo>
                <a:lnTo>
                  <a:pt x="150875" y="5334"/>
                </a:lnTo>
                <a:lnTo>
                  <a:pt x="147447" y="4318"/>
                </a:lnTo>
                <a:lnTo>
                  <a:pt x="144144" y="3301"/>
                </a:lnTo>
                <a:lnTo>
                  <a:pt x="139573" y="2286"/>
                </a:lnTo>
                <a:lnTo>
                  <a:pt x="128015" y="508"/>
                </a:lnTo>
                <a:lnTo>
                  <a:pt x="121792" y="0"/>
                </a:lnTo>
                <a:close/>
              </a:path>
              <a:path w="596264" h="295909">
                <a:moveTo>
                  <a:pt x="157687" y="42163"/>
                </a:moveTo>
                <a:lnTo>
                  <a:pt x="132968" y="42163"/>
                </a:lnTo>
                <a:lnTo>
                  <a:pt x="138556" y="43179"/>
                </a:lnTo>
                <a:lnTo>
                  <a:pt x="141097" y="43687"/>
                </a:lnTo>
                <a:lnTo>
                  <a:pt x="143636" y="44450"/>
                </a:lnTo>
                <a:lnTo>
                  <a:pt x="145605" y="44958"/>
                </a:lnTo>
                <a:lnTo>
                  <a:pt x="146938" y="45338"/>
                </a:lnTo>
                <a:lnTo>
                  <a:pt x="149733" y="46354"/>
                </a:lnTo>
                <a:lnTo>
                  <a:pt x="151637" y="46736"/>
                </a:lnTo>
                <a:lnTo>
                  <a:pt x="152654" y="46736"/>
                </a:lnTo>
                <a:lnTo>
                  <a:pt x="154177" y="46354"/>
                </a:lnTo>
                <a:lnTo>
                  <a:pt x="154939" y="45847"/>
                </a:lnTo>
                <a:lnTo>
                  <a:pt x="155828" y="45338"/>
                </a:lnTo>
                <a:lnTo>
                  <a:pt x="156590" y="44450"/>
                </a:lnTo>
                <a:lnTo>
                  <a:pt x="157225" y="43179"/>
                </a:lnTo>
                <a:lnTo>
                  <a:pt x="157687" y="42163"/>
                </a:lnTo>
                <a:close/>
              </a:path>
              <a:path w="596264" h="295909">
                <a:moveTo>
                  <a:pt x="287527" y="86613"/>
                </a:moveTo>
                <a:lnTo>
                  <a:pt x="245915" y="90953"/>
                </a:lnTo>
                <a:lnTo>
                  <a:pt x="204110" y="109380"/>
                </a:lnTo>
                <a:lnTo>
                  <a:pt x="177514" y="140150"/>
                </a:lnTo>
                <a:lnTo>
                  <a:pt x="166084" y="181342"/>
                </a:lnTo>
                <a:lnTo>
                  <a:pt x="165702" y="190626"/>
                </a:lnTo>
                <a:lnTo>
                  <a:pt x="165608" y="192912"/>
                </a:lnTo>
                <a:lnTo>
                  <a:pt x="165774" y="197344"/>
                </a:lnTo>
                <a:lnTo>
                  <a:pt x="165814" y="198405"/>
                </a:lnTo>
                <a:lnTo>
                  <a:pt x="165903" y="200781"/>
                </a:lnTo>
                <a:lnTo>
                  <a:pt x="176571" y="245693"/>
                </a:lnTo>
                <a:lnTo>
                  <a:pt x="201749" y="274847"/>
                </a:lnTo>
                <a:lnTo>
                  <a:pt x="241827" y="291671"/>
                </a:lnTo>
                <a:lnTo>
                  <a:pt x="281939" y="295528"/>
                </a:lnTo>
                <a:lnTo>
                  <a:pt x="294776" y="295100"/>
                </a:lnTo>
                <a:lnTo>
                  <a:pt x="296160" y="295100"/>
                </a:lnTo>
                <a:lnTo>
                  <a:pt x="335534" y="287782"/>
                </a:lnTo>
                <a:lnTo>
                  <a:pt x="373634" y="265938"/>
                </a:lnTo>
                <a:lnTo>
                  <a:pt x="384467" y="253746"/>
                </a:lnTo>
                <a:lnTo>
                  <a:pt x="284225" y="253746"/>
                </a:lnTo>
                <a:lnTo>
                  <a:pt x="276820" y="253458"/>
                </a:lnTo>
                <a:lnTo>
                  <a:pt x="241808" y="235838"/>
                </a:lnTo>
                <a:lnTo>
                  <a:pt x="237743" y="230250"/>
                </a:lnTo>
                <a:lnTo>
                  <a:pt x="230400" y="198405"/>
                </a:lnTo>
                <a:lnTo>
                  <a:pt x="230310" y="197344"/>
                </a:lnTo>
                <a:lnTo>
                  <a:pt x="230187" y="192912"/>
                </a:lnTo>
                <a:lnTo>
                  <a:pt x="230165" y="189229"/>
                </a:lnTo>
                <a:lnTo>
                  <a:pt x="230306" y="184544"/>
                </a:lnTo>
                <a:lnTo>
                  <a:pt x="230338" y="183483"/>
                </a:lnTo>
                <a:lnTo>
                  <a:pt x="230849" y="178101"/>
                </a:lnTo>
                <a:lnTo>
                  <a:pt x="230935" y="177204"/>
                </a:lnTo>
                <a:lnTo>
                  <a:pt x="230981" y="176720"/>
                </a:lnTo>
                <a:lnTo>
                  <a:pt x="248158" y="139191"/>
                </a:lnTo>
                <a:lnTo>
                  <a:pt x="275971" y="127888"/>
                </a:lnTo>
                <a:lnTo>
                  <a:pt x="388112" y="127888"/>
                </a:lnTo>
                <a:lnTo>
                  <a:pt x="382230" y="120090"/>
                </a:lnTo>
                <a:lnTo>
                  <a:pt x="349821" y="97154"/>
                </a:lnTo>
                <a:lnTo>
                  <a:pt x="302455" y="87092"/>
                </a:lnTo>
                <a:lnTo>
                  <a:pt x="303650" y="87092"/>
                </a:lnTo>
                <a:lnTo>
                  <a:pt x="287527" y="86613"/>
                </a:lnTo>
                <a:close/>
              </a:path>
              <a:path w="596264" h="295909">
                <a:moveTo>
                  <a:pt x="388090" y="127888"/>
                </a:moveTo>
                <a:lnTo>
                  <a:pt x="285241" y="127888"/>
                </a:lnTo>
                <a:lnTo>
                  <a:pt x="292738" y="128196"/>
                </a:lnTo>
                <a:lnTo>
                  <a:pt x="299592" y="129111"/>
                </a:lnTo>
                <a:lnTo>
                  <a:pt x="327787" y="146050"/>
                </a:lnTo>
                <a:lnTo>
                  <a:pt x="331977" y="151637"/>
                </a:lnTo>
                <a:lnTo>
                  <a:pt x="334899" y="158369"/>
                </a:lnTo>
                <a:lnTo>
                  <a:pt x="336676" y="165988"/>
                </a:lnTo>
                <a:lnTo>
                  <a:pt x="337843" y="171920"/>
                </a:lnTo>
                <a:lnTo>
                  <a:pt x="338491" y="176720"/>
                </a:lnTo>
                <a:lnTo>
                  <a:pt x="338556" y="177204"/>
                </a:lnTo>
                <a:lnTo>
                  <a:pt x="338677" y="178101"/>
                </a:lnTo>
                <a:lnTo>
                  <a:pt x="339094" y="183483"/>
                </a:lnTo>
                <a:lnTo>
                  <a:pt x="339177" y="184544"/>
                </a:lnTo>
                <a:lnTo>
                  <a:pt x="339294" y="192912"/>
                </a:lnTo>
                <a:lnTo>
                  <a:pt x="339163" y="197344"/>
                </a:lnTo>
                <a:lnTo>
                  <a:pt x="339131" y="198405"/>
                </a:lnTo>
                <a:lnTo>
                  <a:pt x="338631" y="203787"/>
                </a:lnTo>
                <a:lnTo>
                  <a:pt x="338532" y="204845"/>
                </a:lnTo>
                <a:lnTo>
                  <a:pt x="338502" y="205168"/>
                </a:lnTo>
                <a:lnTo>
                  <a:pt x="321563" y="242570"/>
                </a:lnTo>
                <a:lnTo>
                  <a:pt x="308863" y="249427"/>
                </a:lnTo>
                <a:lnTo>
                  <a:pt x="301878" y="252349"/>
                </a:lnTo>
                <a:lnTo>
                  <a:pt x="293750" y="253746"/>
                </a:lnTo>
                <a:lnTo>
                  <a:pt x="384467" y="253746"/>
                </a:lnTo>
                <a:lnTo>
                  <a:pt x="401970" y="211820"/>
                </a:lnTo>
                <a:lnTo>
                  <a:pt x="403708" y="192912"/>
                </a:lnTo>
                <a:lnTo>
                  <a:pt x="403802" y="190626"/>
                </a:lnTo>
                <a:lnTo>
                  <a:pt x="403860" y="189229"/>
                </a:lnTo>
                <a:lnTo>
                  <a:pt x="403685" y="184544"/>
                </a:lnTo>
                <a:lnTo>
                  <a:pt x="403565" y="181342"/>
                </a:lnTo>
                <a:lnTo>
                  <a:pt x="392898" y="136195"/>
                </a:lnTo>
                <a:lnTo>
                  <a:pt x="388090" y="127888"/>
                </a:lnTo>
                <a:close/>
              </a:path>
              <a:path w="596264" h="295909">
                <a:moveTo>
                  <a:pt x="505036" y="93852"/>
                </a:moveTo>
                <a:lnTo>
                  <a:pt x="455450" y="93852"/>
                </a:lnTo>
                <a:lnTo>
                  <a:pt x="454758" y="94741"/>
                </a:lnTo>
                <a:lnTo>
                  <a:pt x="453771" y="95885"/>
                </a:lnTo>
                <a:lnTo>
                  <a:pt x="453389" y="97027"/>
                </a:lnTo>
                <a:lnTo>
                  <a:pt x="453389" y="284988"/>
                </a:lnTo>
                <a:lnTo>
                  <a:pt x="453898" y="286258"/>
                </a:lnTo>
                <a:lnTo>
                  <a:pt x="455929" y="288289"/>
                </a:lnTo>
                <a:lnTo>
                  <a:pt x="457580" y="289178"/>
                </a:lnTo>
                <a:lnTo>
                  <a:pt x="459993" y="289813"/>
                </a:lnTo>
                <a:lnTo>
                  <a:pt x="462406" y="290575"/>
                </a:lnTo>
                <a:lnTo>
                  <a:pt x="465581" y="291084"/>
                </a:lnTo>
                <a:lnTo>
                  <a:pt x="469646" y="291464"/>
                </a:lnTo>
                <a:lnTo>
                  <a:pt x="473583" y="291719"/>
                </a:lnTo>
                <a:lnTo>
                  <a:pt x="478663" y="291973"/>
                </a:lnTo>
                <a:lnTo>
                  <a:pt x="490981" y="291973"/>
                </a:lnTo>
                <a:lnTo>
                  <a:pt x="509650" y="289813"/>
                </a:lnTo>
                <a:lnTo>
                  <a:pt x="512063" y="289178"/>
                </a:lnTo>
                <a:lnTo>
                  <a:pt x="513714" y="288289"/>
                </a:lnTo>
                <a:lnTo>
                  <a:pt x="515747" y="286258"/>
                </a:lnTo>
                <a:lnTo>
                  <a:pt x="516254" y="284988"/>
                </a:lnTo>
                <a:lnTo>
                  <a:pt x="516254" y="168148"/>
                </a:lnTo>
                <a:lnTo>
                  <a:pt x="520826" y="162178"/>
                </a:lnTo>
                <a:lnTo>
                  <a:pt x="525144" y="156972"/>
                </a:lnTo>
                <a:lnTo>
                  <a:pt x="529336" y="152908"/>
                </a:lnTo>
                <a:lnTo>
                  <a:pt x="533400" y="148716"/>
                </a:lnTo>
                <a:lnTo>
                  <a:pt x="537210" y="145414"/>
                </a:lnTo>
                <a:lnTo>
                  <a:pt x="541019" y="142875"/>
                </a:lnTo>
                <a:lnTo>
                  <a:pt x="544702" y="140335"/>
                </a:lnTo>
                <a:lnTo>
                  <a:pt x="548386" y="138557"/>
                </a:lnTo>
                <a:lnTo>
                  <a:pt x="551814" y="137413"/>
                </a:lnTo>
                <a:lnTo>
                  <a:pt x="555371" y="136144"/>
                </a:lnTo>
                <a:lnTo>
                  <a:pt x="558800" y="135636"/>
                </a:lnTo>
                <a:lnTo>
                  <a:pt x="594124" y="135636"/>
                </a:lnTo>
                <a:lnTo>
                  <a:pt x="594233" y="135382"/>
                </a:lnTo>
                <a:lnTo>
                  <a:pt x="594867" y="133603"/>
                </a:lnTo>
                <a:lnTo>
                  <a:pt x="595376" y="131063"/>
                </a:lnTo>
                <a:lnTo>
                  <a:pt x="595629" y="127888"/>
                </a:lnTo>
                <a:lnTo>
                  <a:pt x="596011" y="124713"/>
                </a:lnTo>
                <a:lnTo>
                  <a:pt x="596055" y="121538"/>
                </a:lnTo>
                <a:lnTo>
                  <a:pt x="506984" y="121538"/>
                </a:lnTo>
                <a:lnTo>
                  <a:pt x="506984" y="97027"/>
                </a:lnTo>
                <a:lnTo>
                  <a:pt x="506729" y="96265"/>
                </a:lnTo>
                <a:lnTo>
                  <a:pt x="506602" y="95885"/>
                </a:lnTo>
                <a:lnTo>
                  <a:pt x="505713" y="94869"/>
                </a:lnTo>
                <a:lnTo>
                  <a:pt x="505036" y="93852"/>
                </a:lnTo>
                <a:close/>
              </a:path>
              <a:path w="596264" h="295909">
                <a:moveTo>
                  <a:pt x="594124" y="135636"/>
                </a:moveTo>
                <a:lnTo>
                  <a:pt x="565276" y="135636"/>
                </a:lnTo>
                <a:lnTo>
                  <a:pt x="568071" y="135889"/>
                </a:lnTo>
                <a:lnTo>
                  <a:pt x="570484" y="136398"/>
                </a:lnTo>
                <a:lnTo>
                  <a:pt x="573024" y="136778"/>
                </a:lnTo>
                <a:lnTo>
                  <a:pt x="575881" y="137413"/>
                </a:lnTo>
                <a:lnTo>
                  <a:pt x="575716" y="137413"/>
                </a:lnTo>
                <a:lnTo>
                  <a:pt x="577341" y="137922"/>
                </a:lnTo>
                <a:lnTo>
                  <a:pt x="579374" y="138429"/>
                </a:lnTo>
                <a:lnTo>
                  <a:pt x="581278" y="138937"/>
                </a:lnTo>
                <a:lnTo>
                  <a:pt x="584580" y="139953"/>
                </a:lnTo>
                <a:lnTo>
                  <a:pt x="586866" y="140335"/>
                </a:lnTo>
                <a:lnTo>
                  <a:pt x="588729" y="140335"/>
                </a:lnTo>
                <a:lnTo>
                  <a:pt x="589999" y="139953"/>
                </a:lnTo>
                <a:lnTo>
                  <a:pt x="590194" y="139953"/>
                </a:lnTo>
                <a:lnTo>
                  <a:pt x="593797" y="136398"/>
                </a:lnTo>
                <a:lnTo>
                  <a:pt x="593906" y="136144"/>
                </a:lnTo>
                <a:lnTo>
                  <a:pt x="594015" y="135889"/>
                </a:lnTo>
                <a:lnTo>
                  <a:pt x="594124" y="135636"/>
                </a:lnTo>
                <a:close/>
              </a:path>
              <a:path w="596264" h="295909">
                <a:moveTo>
                  <a:pt x="570484" y="86740"/>
                </a:moveTo>
                <a:lnTo>
                  <a:pt x="560197" y="86740"/>
                </a:lnTo>
                <a:lnTo>
                  <a:pt x="556767" y="87122"/>
                </a:lnTo>
                <a:lnTo>
                  <a:pt x="518287" y="108838"/>
                </a:lnTo>
                <a:lnTo>
                  <a:pt x="506984" y="121538"/>
                </a:lnTo>
                <a:lnTo>
                  <a:pt x="596055" y="121538"/>
                </a:lnTo>
                <a:lnTo>
                  <a:pt x="596138" y="106807"/>
                </a:lnTo>
                <a:lnTo>
                  <a:pt x="595884" y="103886"/>
                </a:lnTo>
                <a:lnTo>
                  <a:pt x="595756" y="100964"/>
                </a:lnTo>
                <a:lnTo>
                  <a:pt x="595622" y="99822"/>
                </a:lnTo>
                <a:lnTo>
                  <a:pt x="595502" y="98806"/>
                </a:lnTo>
                <a:lnTo>
                  <a:pt x="595122" y="97282"/>
                </a:lnTo>
                <a:lnTo>
                  <a:pt x="594937" y="96265"/>
                </a:lnTo>
                <a:lnTo>
                  <a:pt x="594867" y="95885"/>
                </a:lnTo>
                <a:lnTo>
                  <a:pt x="594529" y="94869"/>
                </a:lnTo>
                <a:lnTo>
                  <a:pt x="580771" y="88011"/>
                </a:lnTo>
                <a:lnTo>
                  <a:pt x="578103" y="87502"/>
                </a:lnTo>
                <a:lnTo>
                  <a:pt x="575437" y="87122"/>
                </a:lnTo>
                <a:lnTo>
                  <a:pt x="573024" y="86868"/>
                </a:lnTo>
                <a:lnTo>
                  <a:pt x="570484" y="86740"/>
                </a:lnTo>
                <a:close/>
              </a:path>
              <a:path w="596264" h="295909">
                <a:moveTo>
                  <a:pt x="490092" y="90297"/>
                </a:moveTo>
                <a:lnTo>
                  <a:pt x="470915" y="90297"/>
                </a:lnTo>
                <a:lnTo>
                  <a:pt x="464058" y="91059"/>
                </a:lnTo>
                <a:lnTo>
                  <a:pt x="461263" y="91566"/>
                </a:lnTo>
                <a:lnTo>
                  <a:pt x="458745" y="92328"/>
                </a:lnTo>
                <a:lnTo>
                  <a:pt x="456713" y="93090"/>
                </a:lnTo>
                <a:lnTo>
                  <a:pt x="455316" y="93852"/>
                </a:lnTo>
                <a:lnTo>
                  <a:pt x="505184" y="93852"/>
                </a:lnTo>
                <a:lnTo>
                  <a:pt x="490092" y="90297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85763" y="924052"/>
            <a:ext cx="680720" cy="294005"/>
          </a:xfrm>
          <a:custGeom>
            <a:avLst/>
            <a:gdLst/>
            <a:ahLst/>
            <a:cxnLst/>
            <a:rect l="l" t="t" r="r" b="b"/>
            <a:pathLst>
              <a:path w="680720" h="294005">
                <a:moveTo>
                  <a:pt x="98933" y="132080"/>
                </a:moveTo>
                <a:lnTo>
                  <a:pt x="36448" y="132080"/>
                </a:lnTo>
                <a:lnTo>
                  <a:pt x="36521" y="229235"/>
                </a:lnTo>
                <a:lnTo>
                  <a:pt x="36710" y="235213"/>
                </a:lnTo>
                <a:lnTo>
                  <a:pt x="37496" y="242871"/>
                </a:lnTo>
                <a:lnTo>
                  <a:pt x="38665" y="249174"/>
                </a:lnTo>
                <a:lnTo>
                  <a:pt x="38712" y="249427"/>
                </a:lnTo>
                <a:lnTo>
                  <a:pt x="38806" y="249934"/>
                </a:lnTo>
                <a:lnTo>
                  <a:pt x="63960" y="284257"/>
                </a:lnTo>
                <a:lnTo>
                  <a:pt x="108838" y="293243"/>
                </a:lnTo>
                <a:lnTo>
                  <a:pt x="113537" y="293243"/>
                </a:lnTo>
                <a:lnTo>
                  <a:pt x="152272" y="284607"/>
                </a:lnTo>
                <a:lnTo>
                  <a:pt x="157226" y="269875"/>
                </a:lnTo>
                <a:lnTo>
                  <a:pt x="157226" y="259842"/>
                </a:lnTo>
                <a:lnTo>
                  <a:pt x="156971" y="256667"/>
                </a:lnTo>
                <a:lnTo>
                  <a:pt x="156210" y="251713"/>
                </a:lnTo>
                <a:lnTo>
                  <a:pt x="155765" y="249934"/>
                </a:lnTo>
                <a:lnTo>
                  <a:pt x="155702" y="249682"/>
                </a:lnTo>
                <a:lnTo>
                  <a:pt x="155609" y="249427"/>
                </a:lnTo>
                <a:lnTo>
                  <a:pt x="115315" y="249427"/>
                </a:lnTo>
                <a:lnTo>
                  <a:pt x="108800" y="247014"/>
                </a:lnTo>
                <a:lnTo>
                  <a:pt x="108553" y="247014"/>
                </a:lnTo>
                <a:lnTo>
                  <a:pt x="100837" y="236727"/>
                </a:lnTo>
                <a:lnTo>
                  <a:pt x="98933" y="229235"/>
                </a:lnTo>
                <a:lnTo>
                  <a:pt x="98933" y="132080"/>
                </a:lnTo>
                <a:close/>
              </a:path>
              <a:path w="680720" h="294005">
                <a:moveTo>
                  <a:pt x="151257" y="244601"/>
                </a:moveTo>
                <a:lnTo>
                  <a:pt x="149097" y="244601"/>
                </a:lnTo>
                <a:lnTo>
                  <a:pt x="147828" y="244856"/>
                </a:lnTo>
                <a:lnTo>
                  <a:pt x="145034" y="245872"/>
                </a:lnTo>
                <a:lnTo>
                  <a:pt x="141096" y="247014"/>
                </a:lnTo>
                <a:lnTo>
                  <a:pt x="139064" y="247650"/>
                </a:lnTo>
                <a:lnTo>
                  <a:pt x="136001" y="248285"/>
                </a:lnTo>
                <a:lnTo>
                  <a:pt x="131444" y="249174"/>
                </a:lnTo>
                <a:lnTo>
                  <a:pt x="128396" y="249427"/>
                </a:lnTo>
                <a:lnTo>
                  <a:pt x="155609" y="249427"/>
                </a:lnTo>
                <a:lnTo>
                  <a:pt x="155193" y="248285"/>
                </a:lnTo>
                <a:lnTo>
                  <a:pt x="154770" y="247014"/>
                </a:lnTo>
                <a:lnTo>
                  <a:pt x="154051" y="245872"/>
                </a:lnTo>
                <a:lnTo>
                  <a:pt x="153162" y="245363"/>
                </a:lnTo>
                <a:lnTo>
                  <a:pt x="152145" y="244856"/>
                </a:lnTo>
                <a:lnTo>
                  <a:pt x="151257" y="244601"/>
                </a:lnTo>
                <a:close/>
              </a:path>
              <a:path w="680720" h="294005">
                <a:moveTo>
                  <a:pt x="148970" y="89788"/>
                </a:moveTo>
                <a:lnTo>
                  <a:pt x="8382" y="89788"/>
                </a:lnTo>
                <a:lnTo>
                  <a:pt x="6858" y="90043"/>
                </a:lnTo>
                <a:lnTo>
                  <a:pt x="5587" y="90805"/>
                </a:lnTo>
                <a:lnTo>
                  <a:pt x="4317" y="91439"/>
                </a:lnTo>
                <a:lnTo>
                  <a:pt x="3301" y="92583"/>
                </a:lnTo>
                <a:lnTo>
                  <a:pt x="2539" y="94234"/>
                </a:lnTo>
                <a:lnTo>
                  <a:pt x="1650" y="95758"/>
                </a:lnTo>
                <a:lnTo>
                  <a:pt x="1015" y="97917"/>
                </a:lnTo>
                <a:lnTo>
                  <a:pt x="253" y="103505"/>
                </a:lnTo>
                <a:lnTo>
                  <a:pt x="0" y="106934"/>
                </a:lnTo>
                <a:lnTo>
                  <a:pt x="0" y="118490"/>
                </a:lnTo>
                <a:lnTo>
                  <a:pt x="888" y="123951"/>
                </a:lnTo>
                <a:lnTo>
                  <a:pt x="2539" y="127253"/>
                </a:lnTo>
                <a:lnTo>
                  <a:pt x="4190" y="130428"/>
                </a:lnTo>
                <a:lnTo>
                  <a:pt x="6603" y="132080"/>
                </a:lnTo>
                <a:lnTo>
                  <a:pt x="150621" y="132080"/>
                </a:lnTo>
                <a:lnTo>
                  <a:pt x="153035" y="130428"/>
                </a:lnTo>
                <a:lnTo>
                  <a:pt x="154686" y="127253"/>
                </a:lnTo>
                <a:lnTo>
                  <a:pt x="156337" y="123951"/>
                </a:lnTo>
                <a:lnTo>
                  <a:pt x="157226" y="118490"/>
                </a:lnTo>
                <a:lnTo>
                  <a:pt x="157226" y="106934"/>
                </a:lnTo>
                <a:lnTo>
                  <a:pt x="156971" y="103505"/>
                </a:lnTo>
                <a:lnTo>
                  <a:pt x="156210" y="97917"/>
                </a:lnTo>
                <a:lnTo>
                  <a:pt x="155575" y="95758"/>
                </a:lnTo>
                <a:lnTo>
                  <a:pt x="154686" y="94234"/>
                </a:lnTo>
                <a:lnTo>
                  <a:pt x="153923" y="92583"/>
                </a:lnTo>
                <a:lnTo>
                  <a:pt x="152908" y="91439"/>
                </a:lnTo>
                <a:lnTo>
                  <a:pt x="151637" y="90805"/>
                </a:lnTo>
                <a:lnTo>
                  <a:pt x="150367" y="90043"/>
                </a:lnTo>
                <a:lnTo>
                  <a:pt x="148970" y="89788"/>
                </a:lnTo>
                <a:close/>
              </a:path>
              <a:path w="680720" h="294005">
                <a:moveTo>
                  <a:pt x="78739" y="39877"/>
                </a:moveTo>
                <a:lnTo>
                  <a:pt x="56514" y="39877"/>
                </a:lnTo>
                <a:lnTo>
                  <a:pt x="52451" y="40259"/>
                </a:lnTo>
                <a:lnTo>
                  <a:pt x="48387" y="40512"/>
                </a:lnTo>
                <a:lnTo>
                  <a:pt x="36448" y="46989"/>
                </a:lnTo>
                <a:lnTo>
                  <a:pt x="36448" y="89788"/>
                </a:lnTo>
                <a:lnTo>
                  <a:pt x="98933" y="89788"/>
                </a:lnTo>
                <a:lnTo>
                  <a:pt x="98933" y="46989"/>
                </a:lnTo>
                <a:lnTo>
                  <a:pt x="82804" y="40259"/>
                </a:lnTo>
                <a:lnTo>
                  <a:pt x="78739" y="39877"/>
                </a:lnTo>
                <a:close/>
              </a:path>
              <a:path w="680720" h="294005">
                <a:moveTo>
                  <a:pt x="238506" y="0"/>
                </a:moveTo>
                <a:lnTo>
                  <a:pt x="226187" y="0"/>
                </a:lnTo>
                <a:lnTo>
                  <a:pt x="221107" y="253"/>
                </a:lnTo>
                <a:lnTo>
                  <a:pt x="200913" y="7620"/>
                </a:lnTo>
                <a:lnTo>
                  <a:pt x="200913" y="283337"/>
                </a:lnTo>
                <a:lnTo>
                  <a:pt x="201421" y="284607"/>
                </a:lnTo>
                <a:lnTo>
                  <a:pt x="203454" y="286638"/>
                </a:lnTo>
                <a:lnTo>
                  <a:pt x="205105" y="287527"/>
                </a:lnTo>
                <a:lnTo>
                  <a:pt x="207517" y="288163"/>
                </a:lnTo>
                <a:lnTo>
                  <a:pt x="209931" y="288925"/>
                </a:lnTo>
                <a:lnTo>
                  <a:pt x="213106" y="289433"/>
                </a:lnTo>
                <a:lnTo>
                  <a:pt x="217169" y="289813"/>
                </a:lnTo>
                <a:lnTo>
                  <a:pt x="221107" y="290068"/>
                </a:lnTo>
                <a:lnTo>
                  <a:pt x="226187" y="290322"/>
                </a:lnTo>
                <a:lnTo>
                  <a:pt x="238506" y="290322"/>
                </a:lnTo>
                <a:lnTo>
                  <a:pt x="257175" y="288163"/>
                </a:lnTo>
                <a:lnTo>
                  <a:pt x="259587" y="287527"/>
                </a:lnTo>
                <a:lnTo>
                  <a:pt x="261238" y="286638"/>
                </a:lnTo>
                <a:lnTo>
                  <a:pt x="263270" y="284607"/>
                </a:lnTo>
                <a:lnTo>
                  <a:pt x="263779" y="283337"/>
                </a:lnTo>
                <a:lnTo>
                  <a:pt x="263779" y="158876"/>
                </a:lnTo>
                <a:lnTo>
                  <a:pt x="270301" y="152330"/>
                </a:lnTo>
                <a:lnTo>
                  <a:pt x="305308" y="130428"/>
                </a:lnTo>
                <a:lnTo>
                  <a:pt x="407881" y="130428"/>
                </a:lnTo>
                <a:lnTo>
                  <a:pt x="406509" y="126474"/>
                </a:lnTo>
                <a:lnTo>
                  <a:pt x="403399" y="119935"/>
                </a:lnTo>
                <a:lnTo>
                  <a:pt x="399599" y="113849"/>
                </a:lnTo>
                <a:lnTo>
                  <a:pt x="397629" y="111378"/>
                </a:lnTo>
                <a:lnTo>
                  <a:pt x="263779" y="111378"/>
                </a:lnTo>
                <a:lnTo>
                  <a:pt x="263779" y="7620"/>
                </a:lnTo>
                <a:lnTo>
                  <a:pt x="243586" y="253"/>
                </a:lnTo>
                <a:lnTo>
                  <a:pt x="238506" y="0"/>
                </a:lnTo>
                <a:close/>
              </a:path>
              <a:path w="680720" h="294005">
                <a:moveTo>
                  <a:pt x="407881" y="130428"/>
                </a:moveTo>
                <a:lnTo>
                  <a:pt x="319659" y="130428"/>
                </a:lnTo>
                <a:lnTo>
                  <a:pt x="325119" y="131445"/>
                </a:lnTo>
                <a:lnTo>
                  <a:pt x="329818" y="133476"/>
                </a:lnTo>
                <a:lnTo>
                  <a:pt x="350646" y="167259"/>
                </a:lnTo>
                <a:lnTo>
                  <a:pt x="350646" y="283337"/>
                </a:lnTo>
                <a:lnTo>
                  <a:pt x="351155" y="284607"/>
                </a:lnTo>
                <a:lnTo>
                  <a:pt x="353187" y="286638"/>
                </a:lnTo>
                <a:lnTo>
                  <a:pt x="354838" y="287527"/>
                </a:lnTo>
                <a:lnTo>
                  <a:pt x="357123" y="288163"/>
                </a:lnTo>
                <a:lnTo>
                  <a:pt x="359410" y="288925"/>
                </a:lnTo>
                <a:lnTo>
                  <a:pt x="362712" y="289433"/>
                </a:lnTo>
                <a:lnTo>
                  <a:pt x="366776" y="289813"/>
                </a:lnTo>
                <a:lnTo>
                  <a:pt x="370839" y="290068"/>
                </a:lnTo>
                <a:lnTo>
                  <a:pt x="375919" y="290322"/>
                </a:lnTo>
                <a:lnTo>
                  <a:pt x="387985" y="290322"/>
                </a:lnTo>
                <a:lnTo>
                  <a:pt x="406781" y="288163"/>
                </a:lnTo>
                <a:lnTo>
                  <a:pt x="409066" y="287527"/>
                </a:lnTo>
                <a:lnTo>
                  <a:pt x="410717" y="286638"/>
                </a:lnTo>
                <a:lnTo>
                  <a:pt x="412750" y="284607"/>
                </a:lnTo>
                <a:lnTo>
                  <a:pt x="413258" y="283337"/>
                </a:lnTo>
                <a:lnTo>
                  <a:pt x="413225" y="167259"/>
                </a:lnTo>
                <a:lnTo>
                  <a:pt x="413026" y="160274"/>
                </a:lnTo>
                <a:lnTo>
                  <a:pt x="412976" y="158497"/>
                </a:lnTo>
                <a:lnTo>
                  <a:pt x="412202" y="149987"/>
                </a:lnTo>
                <a:lnTo>
                  <a:pt x="412146" y="149367"/>
                </a:lnTo>
                <a:lnTo>
                  <a:pt x="410949" y="141986"/>
                </a:lnTo>
                <a:lnTo>
                  <a:pt x="410905" y="141714"/>
                </a:lnTo>
                <a:lnTo>
                  <a:pt x="410793" y="141023"/>
                </a:lnTo>
                <a:lnTo>
                  <a:pt x="408939" y="133476"/>
                </a:lnTo>
                <a:lnTo>
                  <a:pt x="407881" y="130428"/>
                </a:lnTo>
                <a:close/>
              </a:path>
              <a:path w="680720" h="294005">
                <a:moveTo>
                  <a:pt x="331723" y="84962"/>
                </a:moveTo>
                <a:lnTo>
                  <a:pt x="288335" y="95234"/>
                </a:lnTo>
                <a:lnTo>
                  <a:pt x="263779" y="111378"/>
                </a:lnTo>
                <a:lnTo>
                  <a:pt x="397629" y="111378"/>
                </a:lnTo>
                <a:lnTo>
                  <a:pt x="361709" y="88445"/>
                </a:lnTo>
                <a:lnTo>
                  <a:pt x="353046" y="86598"/>
                </a:lnTo>
                <a:lnTo>
                  <a:pt x="353422" y="86598"/>
                </a:lnTo>
                <a:lnTo>
                  <a:pt x="342813" y="85369"/>
                </a:lnTo>
                <a:lnTo>
                  <a:pt x="343285" y="85369"/>
                </a:lnTo>
                <a:lnTo>
                  <a:pt x="331723" y="84962"/>
                </a:lnTo>
                <a:close/>
              </a:path>
              <a:path w="680720" h="294005">
                <a:moveTo>
                  <a:pt x="575690" y="84962"/>
                </a:moveTo>
                <a:lnTo>
                  <a:pt x="528192" y="92201"/>
                </a:lnTo>
                <a:lnTo>
                  <a:pt x="492506" y="113284"/>
                </a:lnTo>
                <a:lnTo>
                  <a:pt x="470027" y="146938"/>
                </a:lnTo>
                <a:lnTo>
                  <a:pt x="466707" y="156892"/>
                </a:lnTo>
                <a:lnTo>
                  <a:pt x="466619" y="157154"/>
                </a:lnTo>
                <a:lnTo>
                  <a:pt x="464200" y="167989"/>
                </a:lnTo>
                <a:lnTo>
                  <a:pt x="462758" y="179443"/>
                </a:lnTo>
                <a:lnTo>
                  <a:pt x="462325" y="190373"/>
                </a:lnTo>
                <a:lnTo>
                  <a:pt x="462280" y="191515"/>
                </a:lnTo>
                <a:lnTo>
                  <a:pt x="462408" y="195072"/>
                </a:lnTo>
                <a:lnTo>
                  <a:pt x="462519" y="198120"/>
                </a:lnTo>
                <a:lnTo>
                  <a:pt x="462629" y="201168"/>
                </a:lnTo>
                <a:lnTo>
                  <a:pt x="462734" y="204063"/>
                </a:lnTo>
                <a:lnTo>
                  <a:pt x="464105" y="215788"/>
                </a:lnTo>
                <a:lnTo>
                  <a:pt x="478916" y="254349"/>
                </a:lnTo>
                <a:lnTo>
                  <a:pt x="508746" y="279765"/>
                </a:lnTo>
                <a:lnTo>
                  <a:pt x="553323" y="292290"/>
                </a:lnTo>
                <a:lnTo>
                  <a:pt x="581152" y="293877"/>
                </a:lnTo>
                <a:lnTo>
                  <a:pt x="586552" y="293877"/>
                </a:lnTo>
                <a:lnTo>
                  <a:pt x="595700" y="293477"/>
                </a:lnTo>
                <a:lnTo>
                  <a:pt x="596247" y="293477"/>
                </a:lnTo>
                <a:lnTo>
                  <a:pt x="637666" y="287909"/>
                </a:lnTo>
                <a:lnTo>
                  <a:pt x="669036" y="272288"/>
                </a:lnTo>
                <a:lnTo>
                  <a:pt x="669416" y="270763"/>
                </a:lnTo>
                <a:lnTo>
                  <a:pt x="669670" y="268859"/>
                </a:lnTo>
                <a:lnTo>
                  <a:pt x="669797" y="266700"/>
                </a:lnTo>
                <a:lnTo>
                  <a:pt x="670052" y="264540"/>
                </a:lnTo>
                <a:lnTo>
                  <a:pt x="669943" y="254349"/>
                </a:lnTo>
                <a:lnTo>
                  <a:pt x="581090" y="254349"/>
                </a:lnTo>
                <a:lnTo>
                  <a:pt x="571817" y="253507"/>
                </a:lnTo>
                <a:lnTo>
                  <a:pt x="535305" y="236093"/>
                </a:lnTo>
                <a:lnTo>
                  <a:pt x="529463" y="224155"/>
                </a:lnTo>
                <a:lnTo>
                  <a:pt x="527177" y="217677"/>
                </a:lnTo>
                <a:lnTo>
                  <a:pt x="526034" y="210565"/>
                </a:lnTo>
                <a:lnTo>
                  <a:pt x="526034" y="202692"/>
                </a:lnTo>
                <a:lnTo>
                  <a:pt x="667385" y="202692"/>
                </a:lnTo>
                <a:lnTo>
                  <a:pt x="672084" y="201168"/>
                </a:lnTo>
                <a:lnTo>
                  <a:pt x="675386" y="198120"/>
                </a:lnTo>
                <a:lnTo>
                  <a:pt x="678814" y="195072"/>
                </a:lnTo>
                <a:lnTo>
                  <a:pt x="680592" y="190373"/>
                </a:lnTo>
                <a:lnTo>
                  <a:pt x="680592" y="175640"/>
                </a:lnTo>
                <a:lnTo>
                  <a:pt x="680330" y="169037"/>
                </a:lnTo>
                <a:lnTo>
                  <a:pt x="526034" y="169037"/>
                </a:lnTo>
                <a:lnTo>
                  <a:pt x="526414" y="162560"/>
                </a:lnTo>
                <a:lnTo>
                  <a:pt x="527428" y="157154"/>
                </a:lnTo>
                <a:lnTo>
                  <a:pt x="527477" y="156892"/>
                </a:lnTo>
                <a:lnTo>
                  <a:pt x="527558" y="156463"/>
                </a:lnTo>
                <a:lnTo>
                  <a:pt x="529716" y="150622"/>
                </a:lnTo>
                <a:lnTo>
                  <a:pt x="531748" y="144907"/>
                </a:lnTo>
                <a:lnTo>
                  <a:pt x="534796" y="139953"/>
                </a:lnTo>
                <a:lnTo>
                  <a:pt x="566165" y="121920"/>
                </a:lnTo>
                <a:lnTo>
                  <a:pt x="665294" y="121920"/>
                </a:lnTo>
                <a:lnTo>
                  <a:pt x="661783" y="117177"/>
                </a:lnTo>
                <a:lnTo>
                  <a:pt x="623315" y="91821"/>
                </a:lnTo>
                <a:lnTo>
                  <a:pt x="602010" y="86772"/>
                </a:lnTo>
                <a:lnTo>
                  <a:pt x="602422" y="86772"/>
                </a:lnTo>
                <a:lnTo>
                  <a:pt x="589327" y="85415"/>
                </a:lnTo>
                <a:lnTo>
                  <a:pt x="589842" y="85415"/>
                </a:lnTo>
                <a:lnTo>
                  <a:pt x="575690" y="84962"/>
                </a:lnTo>
                <a:close/>
              </a:path>
              <a:path w="680720" h="294005">
                <a:moveTo>
                  <a:pt x="663575" y="241681"/>
                </a:moveTo>
                <a:lnTo>
                  <a:pt x="659638" y="241681"/>
                </a:lnTo>
                <a:lnTo>
                  <a:pt x="656336" y="242315"/>
                </a:lnTo>
                <a:lnTo>
                  <a:pt x="652005" y="243839"/>
                </a:lnTo>
                <a:lnTo>
                  <a:pt x="648038" y="245110"/>
                </a:lnTo>
                <a:lnTo>
                  <a:pt x="643382" y="246507"/>
                </a:lnTo>
                <a:lnTo>
                  <a:pt x="637286" y="248031"/>
                </a:lnTo>
                <a:lnTo>
                  <a:pt x="631316" y="249682"/>
                </a:lnTo>
                <a:lnTo>
                  <a:pt x="593021" y="254349"/>
                </a:lnTo>
                <a:lnTo>
                  <a:pt x="669943" y="254349"/>
                </a:lnTo>
                <a:lnTo>
                  <a:pt x="669902" y="252398"/>
                </a:lnTo>
                <a:lnTo>
                  <a:pt x="669473" y="248538"/>
                </a:lnTo>
                <a:lnTo>
                  <a:pt x="669416" y="248031"/>
                </a:lnTo>
                <a:lnTo>
                  <a:pt x="664844" y="241935"/>
                </a:lnTo>
                <a:lnTo>
                  <a:pt x="663575" y="241681"/>
                </a:lnTo>
                <a:close/>
              </a:path>
              <a:path w="680720" h="294005">
                <a:moveTo>
                  <a:pt x="665294" y="121920"/>
                </a:moveTo>
                <a:lnTo>
                  <a:pt x="574166" y="121920"/>
                </a:lnTo>
                <a:lnTo>
                  <a:pt x="585215" y="122705"/>
                </a:lnTo>
                <a:lnTo>
                  <a:pt x="594740" y="125063"/>
                </a:lnTo>
                <a:lnTo>
                  <a:pt x="619380" y="158656"/>
                </a:lnTo>
                <a:lnTo>
                  <a:pt x="619652" y="166094"/>
                </a:lnTo>
                <a:lnTo>
                  <a:pt x="619760" y="169037"/>
                </a:lnTo>
                <a:lnTo>
                  <a:pt x="680330" y="169037"/>
                </a:lnTo>
                <a:lnTo>
                  <a:pt x="680213" y="166094"/>
                </a:lnTo>
                <a:lnTo>
                  <a:pt x="679117" y="157154"/>
                </a:lnTo>
                <a:lnTo>
                  <a:pt x="678994" y="156463"/>
                </a:lnTo>
                <a:lnTo>
                  <a:pt x="677217" y="148048"/>
                </a:lnTo>
                <a:lnTo>
                  <a:pt x="674740" y="139953"/>
                </a:lnTo>
                <a:lnTo>
                  <a:pt x="674623" y="139573"/>
                </a:lnTo>
                <a:lnTo>
                  <a:pt x="671169" y="131552"/>
                </a:lnTo>
                <a:lnTo>
                  <a:pt x="666892" y="124078"/>
                </a:lnTo>
                <a:lnTo>
                  <a:pt x="665294" y="12192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5929" y="924052"/>
            <a:ext cx="1303147" cy="2938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075" y="1809546"/>
            <a:ext cx="4905375" cy="49145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42584" y="3023361"/>
            <a:ext cx="771524" cy="14135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785356" y="3025267"/>
            <a:ext cx="476250" cy="137795"/>
          </a:xfrm>
          <a:custGeom>
            <a:avLst/>
            <a:gdLst/>
            <a:ahLst/>
            <a:cxnLst/>
            <a:rect l="l" t="t" r="r" b="b"/>
            <a:pathLst>
              <a:path w="476250" h="137794">
                <a:moveTo>
                  <a:pt x="21653" y="137413"/>
                </a:moveTo>
                <a:lnTo>
                  <a:pt x="8826" y="137413"/>
                </a:lnTo>
                <a:lnTo>
                  <a:pt x="9778" y="137541"/>
                </a:lnTo>
                <a:lnTo>
                  <a:pt x="20700" y="137541"/>
                </a:lnTo>
                <a:lnTo>
                  <a:pt x="21653" y="137413"/>
                </a:lnTo>
                <a:close/>
              </a:path>
              <a:path w="476250" h="137794">
                <a:moveTo>
                  <a:pt x="100584" y="137413"/>
                </a:moveTo>
                <a:lnTo>
                  <a:pt x="84454" y="137413"/>
                </a:lnTo>
                <a:lnTo>
                  <a:pt x="86487" y="137541"/>
                </a:lnTo>
                <a:lnTo>
                  <a:pt x="98678" y="137541"/>
                </a:lnTo>
                <a:lnTo>
                  <a:pt x="100584" y="137413"/>
                </a:lnTo>
                <a:close/>
              </a:path>
              <a:path w="476250" h="137794">
                <a:moveTo>
                  <a:pt x="176022" y="137413"/>
                </a:moveTo>
                <a:lnTo>
                  <a:pt x="163131" y="137413"/>
                </a:lnTo>
                <a:lnTo>
                  <a:pt x="164084" y="137541"/>
                </a:lnTo>
                <a:lnTo>
                  <a:pt x="175005" y="137541"/>
                </a:lnTo>
                <a:lnTo>
                  <a:pt x="176022" y="137413"/>
                </a:lnTo>
                <a:close/>
              </a:path>
              <a:path w="476250" h="137794">
                <a:moveTo>
                  <a:pt x="4318" y="136906"/>
                </a:moveTo>
                <a:lnTo>
                  <a:pt x="1778" y="136906"/>
                </a:lnTo>
                <a:lnTo>
                  <a:pt x="9905" y="137413"/>
                </a:lnTo>
                <a:lnTo>
                  <a:pt x="7366" y="137413"/>
                </a:lnTo>
                <a:lnTo>
                  <a:pt x="4318" y="136906"/>
                </a:lnTo>
                <a:close/>
              </a:path>
              <a:path w="476250" h="137794">
                <a:moveTo>
                  <a:pt x="36957" y="254"/>
                </a:moveTo>
                <a:lnTo>
                  <a:pt x="8509" y="254"/>
                </a:lnTo>
                <a:lnTo>
                  <a:pt x="5588" y="1270"/>
                </a:lnTo>
                <a:lnTo>
                  <a:pt x="3301" y="3175"/>
                </a:lnTo>
                <a:lnTo>
                  <a:pt x="1143" y="5080"/>
                </a:lnTo>
                <a:lnTo>
                  <a:pt x="0" y="7747"/>
                </a:lnTo>
                <a:lnTo>
                  <a:pt x="0" y="133985"/>
                </a:lnTo>
                <a:lnTo>
                  <a:pt x="3175" y="136525"/>
                </a:lnTo>
                <a:lnTo>
                  <a:pt x="4318" y="136906"/>
                </a:lnTo>
                <a:lnTo>
                  <a:pt x="7366" y="137413"/>
                </a:lnTo>
                <a:lnTo>
                  <a:pt x="22860" y="137413"/>
                </a:lnTo>
                <a:lnTo>
                  <a:pt x="26162" y="136906"/>
                </a:lnTo>
                <a:lnTo>
                  <a:pt x="27304" y="136525"/>
                </a:lnTo>
                <a:lnTo>
                  <a:pt x="28575" y="136144"/>
                </a:lnTo>
                <a:lnTo>
                  <a:pt x="29464" y="135636"/>
                </a:lnTo>
                <a:lnTo>
                  <a:pt x="29845" y="135128"/>
                </a:lnTo>
                <a:lnTo>
                  <a:pt x="30225" y="134747"/>
                </a:lnTo>
                <a:lnTo>
                  <a:pt x="30353" y="133985"/>
                </a:lnTo>
                <a:lnTo>
                  <a:pt x="30479" y="21971"/>
                </a:lnTo>
                <a:lnTo>
                  <a:pt x="60803" y="21971"/>
                </a:lnTo>
                <a:lnTo>
                  <a:pt x="58399" y="16256"/>
                </a:lnTo>
                <a:lnTo>
                  <a:pt x="58293" y="16002"/>
                </a:lnTo>
                <a:lnTo>
                  <a:pt x="57365" y="13335"/>
                </a:lnTo>
                <a:lnTo>
                  <a:pt x="43592" y="1270"/>
                </a:lnTo>
                <a:lnTo>
                  <a:pt x="43459" y="1270"/>
                </a:lnTo>
                <a:lnTo>
                  <a:pt x="40259" y="508"/>
                </a:lnTo>
                <a:lnTo>
                  <a:pt x="36957" y="254"/>
                </a:lnTo>
                <a:close/>
              </a:path>
              <a:path w="476250" h="137794">
                <a:moveTo>
                  <a:pt x="28321" y="136906"/>
                </a:moveTo>
                <a:lnTo>
                  <a:pt x="26162" y="136906"/>
                </a:lnTo>
                <a:lnTo>
                  <a:pt x="22860" y="137413"/>
                </a:lnTo>
                <a:lnTo>
                  <a:pt x="20700" y="137413"/>
                </a:lnTo>
                <a:lnTo>
                  <a:pt x="28321" y="136906"/>
                </a:lnTo>
                <a:close/>
              </a:path>
              <a:path w="476250" h="137794">
                <a:moveTo>
                  <a:pt x="60803" y="21971"/>
                </a:moveTo>
                <a:lnTo>
                  <a:pt x="30734" y="21971"/>
                </a:lnTo>
                <a:lnTo>
                  <a:pt x="75522" y="133985"/>
                </a:lnTo>
                <a:lnTo>
                  <a:pt x="83100" y="137413"/>
                </a:lnTo>
                <a:lnTo>
                  <a:pt x="101388" y="137413"/>
                </a:lnTo>
                <a:lnTo>
                  <a:pt x="103081" y="136906"/>
                </a:lnTo>
                <a:lnTo>
                  <a:pt x="102870" y="136906"/>
                </a:lnTo>
                <a:lnTo>
                  <a:pt x="104775" y="136525"/>
                </a:lnTo>
                <a:lnTo>
                  <a:pt x="108040" y="133223"/>
                </a:lnTo>
                <a:lnTo>
                  <a:pt x="122788" y="97536"/>
                </a:lnTo>
                <a:lnTo>
                  <a:pt x="92583" y="97536"/>
                </a:lnTo>
                <a:lnTo>
                  <a:pt x="60803" y="21971"/>
                </a:lnTo>
                <a:close/>
              </a:path>
              <a:path w="476250" h="137794">
                <a:moveTo>
                  <a:pt x="156464" y="136906"/>
                </a:moveTo>
                <a:lnTo>
                  <a:pt x="103886" y="136906"/>
                </a:lnTo>
                <a:lnTo>
                  <a:pt x="100584" y="137413"/>
                </a:lnTo>
                <a:lnTo>
                  <a:pt x="164083" y="137413"/>
                </a:lnTo>
                <a:lnTo>
                  <a:pt x="156464" y="136906"/>
                </a:lnTo>
                <a:close/>
              </a:path>
              <a:path w="476250" h="137794">
                <a:moveTo>
                  <a:pt x="184912" y="21971"/>
                </a:moveTo>
                <a:lnTo>
                  <a:pt x="154304" y="21971"/>
                </a:lnTo>
                <a:lnTo>
                  <a:pt x="154304" y="133985"/>
                </a:lnTo>
                <a:lnTo>
                  <a:pt x="161925" y="137413"/>
                </a:lnTo>
                <a:lnTo>
                  <a:pt x="177292" y="137413"/>
                </a:lnTo>
                <a:lnTo>
                  <a:pt x="180594" y="136906"/>
                </a:lnTo>
                <a:lnTo>
                  <a:pt x="182879" y="136144"/>
                </a:lnTo>
                <a:lnTo>
                  <a:pt x="183769" y="135636"/>
                </a:lnTo>
                <a:lnTo>
                  <a:pt x="184150" y="135128"/>
                </a:lnTo>
                <a:lnTo>
                  <a:pt x="184531" y="134747"/>
                </a:lnTo>
                <a:lnTo>
                  <a:pt x="184912" y="133985"/>
                </a:lnTo>
                <a:lnTo>
                  <a:pt x="184912" y="21971"/>
                </a:lnTo>
                <a:close/>
              </a:path>
              <a:path w="476250" h="137794">
                <a:moveTo>
                  <a:pt x="174371" y="254"/>
                </a:moveTo>
                <a:lnTo>
                  <a:pt x="147447" y="254"/>
                </a:lnTo>
                <a:lnTo>
                  <a:pt x="144779" y="508"/>
                </a:lnTo>
                <a:lnTo>
                  <a:pt x="141922" y="1270"/>
                </a:lnTo>
                <a:lnTo>
                  <a:pt x="140208" y="1650"/>
                </a:lnTo>
                <a:lnTo>
                  <a:pt x="129781" y="13081"/>
                </a:lnTo>
                <a:lnTo>
                  <a:pt x="129667" y="13335"/>
                </a:lnTo>
                <a:lnTo>
                  <a:pt x="128739" y="16002"/>
                </a:lnTo>
                <a:lnTo>
                  <a:pt x="128650" y="16256"/>
                </a:lnTo>
                <a:lnTo>
                  <a:pt x="93091" y="97536"/>
                </a:lnTo>
                <a:lnTo>
                  <a:pt x="122788" y="97536"/>
                </a:lnTo>
                <a:lnTo>
                  <a:pt x="154050" y="21971"/>
                </a:lnTo>
                <a:lnTo>
                  <a:pt x="184912" y="21971"/>
                </a:lnTo>
                <a:lnTo>
                  <a:pt x="184912" y="9652"/>
                </a:lnTo>
                <a:lnTo>
                  <a:pt x="184657" y="8636"/>
                </a:lnTo>
                <a:lnTo>
                  <a:pt x="184530" y="8128"/>
                </a:lnTo>
                <a:lnTo>
                  <a:pt x="179662" y="1650"/>
                </a:lnTo>
                <a:lnTo>
                  <a:pt x="179863" y="1650"/>
                </a:lnTo>
                <a:lnTo>
                  <a:pt x="176149" y="508"/>
                </a:lnTo>
                <a:lnTo>
                  <a:pt x="174371" y="254"/>
                </a:lnTo>
                <a:close/>
              </a:path>
              <a:path w="476250" h="137794">
                <a:moveTo>
                  <a:pt x="290195" y="137413"/>
                </a:moveTo>
                <a:lnTo>
                  <a:pt x="264159" y="137413"/>
                </a:lnTo>
                <a:lnTo>
                  <a:pt x="264922" y="137541"/>
                </a:lnTo>
                <a:lnTo>
                  <a:pt x="287654" y="137541"/>
                </a:lnTo>
                <a:lnTo>
                  <a:pt x="290195" y="137413"/>
                </a:lnTo>
                <a:close/>
              </a:path>
              <a:path w="476250" h="137794">
                <a:moveTo>
                  <a:pt x="210375" y="0"/>
                </a:moveTo>
                <a:lnTo>
                  <a:pt x="209761" y="0"/>
                </a:lnTo>
                <a:lnTo>
                  <a:pt x="207391" y="508"/>
                </a:lnTo>
                <a:lnTo>
                  <a:pt x="205697" y="1778"/>
                </a:lnTo>
                <a:lnTo>
                  <a:pt x="205443" y="1778"/>
                </a:lnTo>
                <a:lnTo>
                  <a:pt x="205062" y="2921"/>
                </a:lnTo>
                <a:lnTo>
                  <a:pt x="205162" y="4191"/>
                </a:lnTo>
                <a:lnTo>
                  <a:pt x="205232" y="4572"/>
                </a:lnTo>
                <a:lnTo>
                  <a:pt x="205359" y="6096"/>
                </a:lnTo>
                <a:lnTo>
                  <a:pt x="205994" y="8128"/>
                </a:lnTo>
                <a:lnTo>
                  <a:pt x="207010" y="10668"/>
                </a:lnTo>
                <a:lnTo>
                  <a:pt x="254126" y="131825"/>
                </a:lnTo>
                <a:lnTo>
                  <a:pt x="254508" y="132715"/>
                </a:lnTo>
                <a:lnTo>
                  <a:pt x="254825" y="133350"/>
                </a:lnTo>
                <a:lnTo>
                  <a:pt x="255143" y="134112"/>
                </a:lnTo>
                <a:lnTo>
                  <a:pt x="255524" y="134747"/>
                </a:lnTo>
                <a:lnTo>
                  <a:pt x="256159" y="135255"/>
                </a:lnTo>
                <a:lnTo>
                  <a:pt x="256952" y="135762"/>
                </a:lnTo>
                <a:lnTo>
                  <a:pt x="257428" y="136144"/>
                </a:lnTo>
                <a:lnTo>
                  <a:pt x="258318" y="136398"/>
                </a:lnTo>
                <a:lnTo>
                  <a:pt x="259334" y="136779"/>
                </a:lnTo>
                <a:lnTo>
                  <a:pt x="257555" y="136779"/>
                </a:lnTo>
                <a:lnTo>
                  <a:pt x="264541" y="137413"/>
                </a:lnTo>
                <a:lnTo>
                  <a:pt x="291084" y="137413"/>
                </a:lnTo>
                <a:lnTo>
                  <a:pt x="295148" y="136398"/>
                </a:lnTo>
                <a:lnTo>
                  <a:pt x="307008" y="110236"/>
                </a:lnTo>
                <a:lnTo>
                  <a:pt x="277875" y="110236"/>
                </a:lnTo>
                <a:lnTo>
                  <a:pt x="238887" y="3810"/>
                </a:lnTo>
                <a:lnTo>
                  <a:pt x="236950" y="1143"/>
                </a:lnTo>
                <a:lnTo>
                  <a:pt x="237108" y="1143"/>
                </a:lnTo>
                <a:lnTo>
                  <a:pt x="234442" y="254"/>
                </a:lnTo>
                <a:lnTo>
                  <a:pt x="207962" y="254"/>
                </a:lnTo>
                <a:lnTo>
                  <a:pt x="210375" y="0"/>
                </a:lnTo>
                <a:close/>
              </a:path>
              <a:path w="476250" h="137794">
                <a:moveTo>
                  <a:pt x="342582" y="0"/>
                </a:moveTo>
                <a:lnTo>
                  <a:pt x="322579" y="0"/>
                </a:lnTo>
                <a:lnTo>
                  <a:pt x="320801" y="254"/>
                </a:lnTo>
                <a:lnTo>
                  <a:pt x="319659" y="762"/>
                </a:lnTo>
                <a:lnTo>
                  <a:pt x="318516" y="1143"/>
                </a:lnTo>
                <a:lnTo>
                  <a:pt x="315975" y="5334"/>
                </a:lnTo>
                <a:lnTo>
                  <a:pt x="277875" y="110236"/>
                </a:lnTo>
                <a:lnTo>
                  <a:pt x="307008" y="110236"/>
                </a:lnTo>
                <a:lnTo>
                  <a:pt x="345694" y="10922"/>
                </a:lnTo>
                <a:lnTo>
                  <a:pt x="346710" y="8382"/>
                </a:lnTo>
                <a:lnTo>
                  <a:pt x="347345" y="6477"/>
                </a:lnTo>
                <a:lnTo>
                  <a:pt x="347408" y="6096"/>
                </a:lnTo>
                <a:lnTo>
                  <a:pt x="347535" y="5334"/>
                </a:lnTo>
                <a:lnTo>
                  <a:pt x="347627" y="2412"/>
                </a:lnTo>
                <a:lnTo>
                  <a:pt x="347091" y="1778"/>
                </a:lnTo>
                <a:lnTo>
                  <a:pt x="346075" y="762"/>
                </a:lnTo>
                <a:lnTo>
                  <a:pt x="344677" y="254"/>
                </a:lnTo>
                <a:lnTo>
                  <a:pt x="342582" y="0"/>
                </a:lnTo>
                <a:close/>
              </a:path>
              <a:path w="476250" h="137794">
                <a:moveTo>
                  <a:pt x="232918" y="0"/>
                </a:moveTo>
                <a:lnTo>
                  <a:pt x="210375" y="0"/>
                </a:lnTo>
                <a:lnTo>
                  <a:pt x="207962" y="254"/>
                </a:lnTo>
                <a:lnTo>
                  <a:pt x="234442" y="254"/>
                </a:lnTo>
                <a:lnTo>
                  <a:pt x="232918" y="0"/>
                </a:lnTo>
                <a:close/>
              </a:path>
              <a:path w="476250" h="137794">
                <a:moveTo>
                  <a:pt x="322579" y="0"/>
                </a:moveTo>
                <a:lnTo>
                  <a:pt x="232918" y="0"/>
                </a:lnTo>
                <a:lnTo>
                  <a:pt x="234442" y="254"/>
                </a:lnTo>
                <a:lnTo>
                  <a:pt x="320801" y="254"/>
                </a:lnTo>
                <a:lnTo>
                  <a:pt x="322579" y="0"/>
                </a:lnTo>
                <a:close/>
              </a:path>
              <a:path w="476250" h="137794">
                <a:moveTo>
                  <a:pt x="391160" y="137287"/>
                </a:moveTo>
                <a:lnTo>
                  <a:pt x="375539" y="137287"/>
                </a:lnTo>
                <a:lnTo>
                  <a:pt x="377698" y="137541"/>
                </a:lnTo>
                <a:lnTo>
                  <a:pt x="389127" y="137541"/>
                </a:lnTo>
                <a:lnTo>
                  <a:pt x="391160" y="137287"/>
                </a:lnTo>
                <a:close/>
              </a:path>
              <a:path w="476250" h="137794">
                <a:moveTo>
                  <a:pt x="422910" y="381"/>
                </a:moveTo>
                <a:lnTo>
                  <a:pt x="374523" y="381"/>
                </a:lnTo>
                <a:lnTo>
                  <a:pt x="372237" y="1143"/>
                </a:lnTo>
                <a:lnTo>
                  <a:pt x="368246" y="4572"/>
                </a:lnTo>
                <a:lnTo>
                  <a:pt x="367284" y="6858"/>
                </a:lnTo>
                <a:lnTo>
                  <a:pt x="367284" y="133985"/>
                </a:lnTo>
                <a:lnTo>
                  <a:pt x="374332" y="137287"/>
                </a:lnTo>
                <a:lnTo>
                  <a:pt x="392366" y="137287"/>
                </a:lnTo>
                <a:lnTo>
                  <a:pt x="399542" y="89535"/>
                </a:lnTo>
                <a:lnTo>
                  <a:pt x="412750" y="89535"/>
                </a:lnTo>
                <a:lnTo>
                  <a:pt x="454278" y="81280"/>
                </a:lnTo>
                <a:lnTo>
                  <a:pt x="469011" y="68199"/>
                </a:lnTo>
                <a:lnTo>
                  <a:pt x="399542" y="68199"/>
                </a:lnTo>
                <a:lnTo>
                  <a:pt x="399542" y="21717"/>
                </a:lnTo>
                <a:lnTo>
                  <a:pt x="470993" y="21717"/>
                </a:lnTo>
                <a:lnTo>
                  <a:pt x="468757" y="18415"/>
                </a:lnTo>
                <a:lnTo>
                  <a:pt x="465327" y="14986"/>
                </a:lnTo>
                <a:lnTo>
                  <a:pt x="461899" y="11684"/>
                </a:lnTo>
                <a:lnTo>
                  <a:pt x="457835" y="8890"/>
                </a:lnTo>
                <a:lnTo>
                  <a:pt x="453173" y="6858"/>
                </a:lnTo>
                <a:lnTo>
                  <a:pt x="448055" y="4572"/>
                </a:lnTo>
                <a:lnTo>
                  <a:pt x="443229" y="3048"/>
                </a:lnTo>
                <a:lnTo>
                  <a:pt x="438530" y="2286"/>
                </a:lnTo>
                <a:lnTo>
                  <a:pt x="433832" y="1397"/>
                </a:lnTo>
                <a:lnTo>
                  <a:pt x="429768" y="888"/>
                </a:lnTo>
                <a:lnTo>
                  <a:pt x="422910" y="381"/>
                </a:lnTo>
                <a:close/>
              </a:path>
              <a:path w="476250" h="137794">
                <a:moveTo>
                  <a:pt x="470993" y="21717"/>
                </a:moveTo>
                <a:lnTo>
                  <a:pt x="416560" y="21717"/>
                </a:lnTo>
                <a:lnTo>
                  <a:pt x="419862" y="21971"/>
                </a:lnTo>
                <a:lnTo>
                  <a:pt x="426212" y="22733"/>
                </a:lnTo>
                <a:lnTo>
                  <a:pt x="442214" y="38988"/>
                </a:lnTo>
                <a:lnTo>
                  <a:pt x="442214" y="47371"/>
                </a:lnTo>
                <a:lnTo>
                  <a:pt x="441578" y="50673"/>
                </a:lnTo>
                <a:lnTo>
                  <a:pt x="440436" y="53594"/>
                </a:lnTo>
                <a:lnTo>
                  <a:pt x="439293" y="56642"/>
                </a:lnTo>
                <a:lnTo>
                  <a:pt x="426974" y="66294"/>
                </a:lnTo>
                <a:lnTo>
                  <a:pt x="423418" y="67563"/>
                </a:lnTo>
                <a:lnTo>
                  <a:pt x="419100" y="68199"/>
                </a:lnTo>
                <a:lnTo>
                  <a:pt x="469011" y="68199"/>
                </a:lnTo>
                <a:lnTo>
                  <a:pt x="471677" y="62230"/>
                </a:lnTo>
                <a:lnTo>
                  <a:pt x="474472" y="56261"/>
                </a:lnTo>
                <a:lnTo>
                  <a:pt x="475869" y="49530"/>
                </a:lnTo>
                <a:lnTo>
                  <a:pt x="475869" y="36322"/>
                </a:lnTo>
                <a:lnTo>
                  <a:pt x="474979" y="31242"/>
                </a:lnTo>
                <a:lnTo>
                  <a:pt x="471424" y="22352"/>
                </a:lnTo>
                <a:lnTo>
                  <a:pt x="470993" y="21717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9315" y="3460622"/>
            <a:ext cx="916939" cy="1132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7342" y="3454653"/>
            <a:ext cx="669151" cy="11925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663815" y="3455542"/>
            <a:ext cx="330835" cy="118110"/>
          </a:xfrm>
          <a:custGeom>
            <a:avLst/>
            <a:gdLst/>
            <a:ahLst/>
            <a:cxnLst/>
            <a:rect l="l" t="t" r="r" b="b"/>
            <a:pathLst>
              <a:path w="330834" h="118110">
                <a:moveTo>
                  <a:pt x="44703" y="116712"/>
                </a:moveTo>
                <a:lnTo>
                  <a:pt x="30098" y="116712"/>
                </a:lnTo>
                <a:lnTo>
                  <a:pt x="31114" y="116967"/>
                </a:lnTo>
                <a:lnTo>
                  <a:pt x="43942" y="116967"/>
                </a:lnTo>
                <a:lnTo>
                  <a:pt x="44703" y="116712"/>
                </a:lnTo>
                <a:close/>
              </a:path>
              <a:path w="330834" h="118110">
                <a:moveTo>
                  <a:pt x="100964" y="116712"/>
                </a:moveTo>
                <a:lnTo>
                  <a:pt x="86232" y="116712"/>
                </a:lnTo>
                <a:lnTo>
                  <a:pt x="87248" y="116967"/>
                </a:lnTo>
                <a:lnTo>
                  <a:pt x="100202" y="116967"/>
                </a:lnTo>
                <a:lnTo>
                  <a:pt x="100964" y="116712"/>
                </a:lnTo>
                <a:close/>
              </a:path>
              <a:path w="330834" h="118110">
                <a:moveTo>
                  <a:pt x="16382" y="37337"/>
                </a:moveTo>
                <a:lnTo>
                  <a:pt x="1523" y="37337"/>
                </a:lnTo>
                <a:lnTo>
                  <a:pt x="888" y="37973"/>
                </a:lnTo>
                <a:lnTo>
                  <a:pt x="1021" y="37973"/>
                </a:lnTo>
                <a:lnTo>
                  <a:pt x="1142" y="40767"/>
                </a:lnTo>
                <a:lnTo>
                  <a:pt x="1396" y="41402"/>
                </a:lnTo>
                <a:lnTo>
                  <a:pt x="1650" y="42291"/>
                </a:lnTo>
                <a:lnTo>
                  <a:pt x="26669" y="114173"/>
                </a:lnTo>
                <a:lnTo>
                  <a:pt x="26923" y="114808"/>
                </a:lnTo>
                <a:lnTo>
                  <a:pt x="27304" y="115316"/>
                </a:lnTo>
                <a:lnTo>
                  <a:pt x="28066" y="116078"/>
                </a:lnTo>
                <a:lnTo>
                  <a:pt x="27558" y="116078"/>
                </a:lnTo>
                <a:lnTo>
                  <a:pt x="29781" y="116712"/>
                </a:lnTo>
                <a:lnTo>
                  <a:pt x="45550" y="116712"/>
                </a:lnTo>
                <a:lnTo>
                  <a:pt x="46608" y="116078"/>
                </a:lnTo>
                <a:lnTo>
                  <a:pt x="47370" y="115316"/>
                </a:lnTo>
                <a:lnTo>
                  <a:pt x="47751" y="114808"/>
                </a:lnTo>
                <a:lnTo>
                  <a:pt x="47878" y="114173"/>
                </a:lnTo>
                <a:lnTo>
                  <a:pt x="51537" y="102108"/>
                </a:lnTo>
                <a:lnTo>
                  <a:pt x="38099" y="102108"/>
                </a:lnTo>
                <a:lnTo>
                  <a:pt x="17271" y="38989"/>
                </a:lnTo>
                <a:lnTo>
                  <a:pt x="17144" y="38481"/>
                </a:lnTo>
                <a:lnTo>
                  <a:pt x="16382" y="37337"/>
                </a:lnTo>
                <a:close/>
              </a:path>
              <a:path w="330834" h="118110">
                <a:moveTo>
                  <a:pt x="79593" y="58547"/>
                </a:moveTo>
                <a:lnTo>
                  <a:pt x="64642" y="58547"/>
                </a:lnTo>
                <a:lnTo>
                  <a:pt x="82803" y="114173"/>
                </a:lnTo>
                <a:lnTo>
                  <a:pt x="83057" y="114808"/>
                </a:lnTo>
                <a:lnTo>
                  <a:pt x="83438" y="115316"/>
                </a:lnTo>
                <a:lnTo>
                  <a:pt x="84200" y="116078"/>
                </a:lnTo>
                <a:lnTo>
                  <a:pt x="83946" y="116078"/>
                </a:lnTo>
                <a:lnTo>
                  <a:pt x="85851" y="116712"/>
                </a:lnTo>
                <a:lnTo>
                  <a:pt x="101769" y="116712"/>
                </a:lnTo>
                <a:lnTo>
                  <a:pt x="102615" y="116078"/>
                </a:lnTo>
                <a:lnTo>
                  <a:pt x="102996" y="115697"/>
                </a:lnTo>
                <a:lnTo>
                  <a:pt x="103504" y="115316"/>
                </a:lnTo>
                <a:lnTo>
                  <a:pt x="103758" y="114808"/>
                </a:lnTo>
                <a:lnTo>
                  <a:pt x="103885" y="114173"/>
                </a:lnTo>
                <a:lnTo>
                  <a:pt x="108127" y="102108"/>
                </a:lnTo>
                <a:lnTo>
                  <a:pt x="93725" y="102108"/>
                </a:lnTo>
                <a:lnTo>
                  <a:pt x="93598" y="101346"/>
                </a:lnTo>
                <a:lnTo>
                  <a:pt x="79593" y="58547"/>
                </a:lnTo>
                <a:close/>
              </a:path>
              <a:path w="330834" h="118110">
                <a:moveTo>
                  <a:pt x="70611" y="36449"/>
                </a:moveTo>
                <a:lnTo>
                  <a:pt x="59817" y="36449"/>
                </a:lnTo>
                <a:lnTo>
                  <a:pt x="58038" y="37337"/>
                </a:lnTo>
                <a:lnTo>
                  <a:pt x="57276" y="38481"/>
                </a:lnTo>
                <a:lnTo>
                  <a:pt x="57149" y="38989"/>
                </a:lnTo>
                <a:lnTo>
                  <a:pt x="38226" y="101346"/>
                </a:lnTo>
                <a:lnTo>
                  <a:pt x="38099" y="102108"/>
                </a:lnTo>
                <a:lnTo>
                  <a:pt x="51537" y="102108"/>
                </a:lnTo>
                <a:lnTo>
                  <a:pt x="64515" y="59309"/>
                </a:lnTo>
                <a:lnTo>
                  <a:pt x="64642" y="58547"/>
                </a:lnTo>
                <a:lnTo>
                  <a:pt x="79593" y="58547"/>
                </a:lnTo>
                <a:lnTo>
                  <a:pt x="73193" y="38989"/>
                </a:lnTo>
                <a:lnTo>
                  <a:pt x="73151" y="38862"/>
                </a:lnTo>
                <a:lnTo>
                  <a:pt x="73056" y="38481"/>
                </a:lnTo>
                <a:lnTo>
                  <a:pt x="72897" y="37973"/>
                </a:lnTo>
                <a:lnTo>
                  <a:pt x="72389" y="37337"/>
                </a:lnTo>
                <a:lnTo>
                  <a:pt x="70611" y="36449"/>
                </a:lnTo>
                <a:close/>
              </a:path>
              <a:path w="330834" h="118110">
                <a:moveTo>
                  <a:pt x="127761" y="36449"/>
                </a:moveTo>
                <a:lnTo>
                  <a:pt x="117157" y="36449"/>
                </a:lnTo>
                <a:lnTo>
                  <a:pt x="114934" y="37337"/>
                </a:lnTo>
                <a:lnTo>
                  <a:pt x="115061" y="37337"/>
                </a:lnTo>
                <a:lnTo>
                  <a:pt x="114299" y="38481"/>
                </a:lnTo>
                <a:lnTo>
                  <a:pt x="114172" y="38989"/>
                </a:lnTo>
                <a:lnTo>
                  <a:pt x="93852" y="101346"/>
                </a:lnTo>
                <a:lnTo>
                  <a:pt x="93725" y="102108"/>
                </a:lnTo>
                <a:lnTo>
                  <a:pt x="108127" y="102108"/>
                </a:lnTo>
                <a:lnTo>
                  <a:pt x="129158" y="42291"/>
                </a:lnTo>
                <a:lnTo>
                  <a:pt x="129412" y="41402"/>
                </a:lnTo>
                <a:lnTo>
                  <a:pt x="129666" y="40767"/>
                </a:lnTo>
                <a:lnTo>
                  <a:pt x="129793" y="40132"/>
                </a:lnTo>
                <a:lnTo>
                  <a:pt x="129920" y="37973"/>
                </a:lnTo>
                <a:lnTo>
                  <a:pt x="129412" y="37337"/>
                </a:lnTo>
                <a:lnTo>
                  <a:pt x="127761" y="36449"/>
                </a:lnTo>
                <a:close/>
              </a:path>
              <a:path w="330834" h="118110">
                <a:moveTo>
                  <a:pt x="14414" y="36449"/>
                </a:moveTo>
                <a:lnTo>
                  <a:pt x="4445" y="36449"/>
                </a:lnTo>
                <a:lnTo>
                  <a:pt x="0" y="37337"/>
                </a:lnTo>
                <a:lnTo>
                  <a:pt x="16636" y="37337"/>
                </a:lnTo>
                <a:lnTo>
                  <a:pt x="14414" y="36449"/>
                </a:lnTo>
                <a:close/>
              </a:path>
              <a:path w="330834" h="118110">
                <a:moveTo>
                  <a:pt x="161078" y="116712"/>
                </a:moveTo>
                <a:lnTo>
                  <a:pt x="149732" y="116712"/>
                </a:lnTo>
                <a:lnTo>
                  <a:pt x="150494" y="116967"/>
                </a:lnTo>
                <a:lnTo>
                  <a:pt x="160146" y="116967"/>
                </a:lnTo>
                <a:lnTo>
                  <a:pt x="161078" y="116712"/>
                </a:lnTo>
                <a:close/>
              </a:path>
              <a:path w="330834" h="118110">
                <a:moveTo>
                  <a:pt x="159130" y="36449"/>
                </a:moveTo>
                <a:lnTo>
                  <a:pt x="151510" y="36449"/>
                </a:lnTo>
                <a:lnTo>
                  <a:pt x="150494" y="36576"/>
                </a:lnTo>
                <a:lnTo>
                  <a:pt x="149351" y="36957"/>
                </a:lnTo>
                <a:lnTo>
                  <a:pt x="149097" y="36957"/>
                </a:lnTo>
                <a:lnTo>
                  <a:pt x="148462" y="37211"/>
                </a:lnTo>
                <a:lnTo>
                  <a:pt x="148081" y="37465"/>
                </a:lnTo>
                <a:lnTo>
                  <a:pt x="147573" y="38227"/>
                </a:lnTo>
                <a:lnTo>
                  <a:pt x="147446" y="38481"/>
                </a:lnTo>
                <a:lnTo>
                  <a:pt x="147446" y="115062"/>
                </a:lnTo>
                <a:lnTo>
                  <a:pt x="147573" y="115443"/>
                </a:lnTo>
                <a:lnTo>
                  <a:pt x="147827" y="115697"/>
                </a:lnTo>
                <a:lnTo>
                  <a:pt x="148081" y="116078"/>
                </a:lnTo>
                <a:lnTo>
                  <a:pt x="148462" y="116332"/>
                </a:lnTo>
                <a:lnTo>
                  <a:pt x="149415" y="116712"/>
                </a:lnTo>
                <a:lnTo>
                  <a:pt x="161226" y="116712"/>
                </a:lnTo>
                <a:lnTo>
                  <a:pt x="162178" y="116332"/>
                </a:lnTo>
                <a:lnTo>
                  <a:pt x="162559" y="116078"/>
                </a:lnTo>
                <a:lnTo>
                  <a:pt x="162813" y="115697"/>
                </a:lnTo>
                <a:lnTo>
                  <a:pt x="163067" y="115443"/>
                </a:lnTo>
                <a:lnTo>
                  <a:pt x="163067" y="38227"/>
                </a:lnTo>
                <a:lnTo>
                  <a:pt x="162559" y="37465"/>
                </a:lnTo>
                <a:lnTo>
                  <a:pt x="162178" y="37211"/>
                </a:lnTo>
                <a:lnTo>
                  <a:pt x="161543" y="36957"/>
                </a:lnTo>
                <a:lnTo>
                  <a:pt x="160146" y="36576"/>
                </a:lnTo>
                <a:lnTo>
                  <a:pt x="159130" y="36449"/>
                </a:lnTo>
                <a:close/>
              </a:path>
              <a:path w="330834" h="118110">
                <a:moveTo>
                  <a:pt x="159003" y="5080"/>
                </a:moveTo>
                <a:lnTo>
                  <a:pt x="151637" y="5080"/>
                </a:lnTo>
                <a:lnTo>
                  <a:pt x="149097" y="5715"/>
                </a:lnTo>
                <a:lnTo>
                  <a:pt x="147700" y="6858"/>
                </a:lnTo>
                <a:lnTo>
                  <a:pt x="146303" y="8128"/>
                </a:lnTo>
                <a:lnTo>
                  <a:pt x="145668" y="10287"/>
                </a:lnTo>
                <a:lnTo>
                  <a:pt x="145668" y="16764"/>
                </a:lnTo>
                <a:lnTo>
                  <a:pt x="146303" y="18923"/>
                </a:lnTo>
                <a:lnTo>
                  <a:pt x="147700" y="20066"/>
                </a:lnTo>
                <a:lnTo>
                  <a:pt x="148970" y="21209"/>
                </a:lnTo>
                <a:lnTo>
                  <a:pt x="151510" y="21717"/>
                </a:lnTo>
                <a:lnTo>
                  <a:pt x="158876" y="21717"/>
                </a:lnTo>
                <a:lnTo>
                  <a:pt x="164972" y="10287"/>
                </a:lnTo>
                <a:lnTo>
                  <a:pt x="164375" y="8128"/>
                </a:lnTo>
                <a:lnTo>
                  <a:pt x="162940" y="6858"/>
                </a:lnTo>
                <a:lnTo>
                  <a:pt x="161543" y="5715"/>
                </a:lnTo>
                <a:lnTo>
                  <a:pt x="159003" y="5080"/>
                </a:lnTo>
                <a:close/>
              </a:path>
              <a:path w="330834" h="118110">
                <a:moveTo>
                  <a:pt x="224789" y="117856"/>
                </a:moveTo>
                <a:lnTo>
                  <a:pt x="214121" y="117856"/>
                </a:lnTo>
                <a:lnTo>
                  <a:pt x="216026" y="118110"/>
                </a:lnTo>
                <a:lnTo>
                  <a:pt x="223265" y="118110"/>
                </a:lnTo>
                <a:lnTo>
                  <a:pt x="224789" y="117856"/>
                </a:lnTo>
                <a:close/>
              </a:path>
              <a:path w="330834" h="118110">
                <a:moveTo>
                  <a:pt x="211073" y="48260"/>
                </a:moveTo>
                <a:lnTo>
                  <a:pt x="195452" y="48260"/>
                </a:lnTo>
                <a:lnTo>
                  <a:pt x="195452" y="96901"/>
                </a:lnTo>
                <a:lnTo>
                  <a:pt x="213010" y="117856"/>
                </a:lnTo>
                <a:lnTo>
                  <a:pt x="225509" y="117856"/>
                </a:lnTo>
                <a:lnTo>
                  <a:pt x="235915" y="106299"/>
                </a:lnTo>
                <a:lnTo>
                  <a:pt x="218566" y="106299"/>
                </a:lnTo>
                <a:lnTo>
                  <a:pt x="215391" y="104902"/>
                </a:lnTo>
                <a:lnTo>
                  <a:pt x="213740" y="102235"/>
                </a:lnTo>
                <a:lnTo>
                  <a:pt x="211962" y="99568"/>
                </a:lnTo>
                <a:lnTo>
                  <a:pt x="211073" y="95631"/>
                </a:lnTo>
                <a:lnTo>
                  <a:pt x="211073" y="48260"/>
                </a:lnTo>
                <a:close/>
              </a:path>
              <a:path w="330834" h="118110">
                <a:moveTo>
                  <a:pt x="235584" y="104902"/>
                </a:moveTo>
                <a:lnTo>
                  <a:pt x="230885" y="104902"/>
                </a:lnTo>
                <a:lnTo>
                  <a:pt x="229107" y="105410"/>
                </a:lnTo>
                <a:lnTo>
                  <a:pt x="228091" y="105664"/>
                </a:lnTo>
                <a:lnTo>
                  <a:pt x="225234" y="106299"/>
                </a:lnTo>
                <a:lnTo>
                  <a:pt x="235915" y="106299"/>
                </a:lnTo>
                <a:lnTo>
                  <a:pt x="235788" y="105664"/>
                </a:lnTo>
                <a:lnTo>
                  <a:pt x="235737" y="105410"/>
                </a:lnTo>
                <a:lnTo>
                  <a:pt x="235584" y="104902"/>
                </a:lnTo>
                <a:close/>
              </a:path>
              <a:path w="330834" h="118110">
                <a:moveTo>
                  <a:pt x="234568" y="104012"/>
                </a:moveTo>
                <a:lnTo>
                  <a:pt x="232917" y="104012"/>
                </a:lnTo>
                <a:lnTo>
                  <a:pt x="231647" y="104521"/>
                </a:lnTo>
                <a:lnTo>
                  <a:pt x="230885" y="104775"/>
                </a:lnTo>
                <a:lnTo>
                  <a:pt x="229404" y="105410"/>
                </a:lnTo>
                <a:lnTo>
                  <a:pt x="229107" y="105410"/>
                </a:lnTo>
                <a:lnTo>
                  <a:pt x="230885" y="104902"/>
                </a:lnTo>
                <a:lnTo>
                  <a:pt x="235584" y="104902"/>
                </a:lnTo>
                <a:lnTo>
                  <a:pt x="235457" y="104521"/>
                </a:lnTo>
                <a:lnTo>
                  <a:pt x="235203" y="104267"/>
                </a:lnTo>
                <a:lnTo>
                  <a:pt x="234568" y="104012"/>
                </a:lnTo>
                <a:close/>
              </a:path>
              <a:path w="330834" h="118110">
                <a:moveTo>
                  <a:pt x="233933" y="36830"/>
                </a:moveTo>
                <a:lnTo>
                  <a:pt x="182625" y="36830"/>
                </a:lnTo>
                <a:lnTo>
                  <a:pt x="181736" y="37211"/>
                </a:lnTo>
                <a:lnTo>
                  <a:pt x="181355" y="37592"/>
                </a:lnTo>
                <a:lnTo>
                  <a:pt x="181101" y="38100"/>
                </a:lnTo>
                <a:lnTo>
                  <a:pt x="180847" y="38481"/>
                </a:lnTo>
                <a:lnTo>
                  <a:pt x="180593" y="39878"/>
                </a:lnTo>
                <a:lnTo>
                  <a:pt x="180339" y="40640"/>
                </a:lnTo>
                <a:lnTo>
                  <a:pt x="180339" y="44577"/>
                </a:lnTo>
                <a:lnTo>
                  <a:pt x="180593" y="45974"/>
                </a:lnTo>
                <a:lnTo>
                  <a:pt x="181101" y="46862"/>
                </a:lnTo>
                <a:lnTo>
                  <a:pt x="181736" y="47879"/>
                </a:lnTo>
                <a:lnTo>
                  <a:pt x="182498" y="48260"/>
                </a:lnTo>
                <a:lnTo>
                  <a:pt x="233933" y="48260"/>
                </a:lnTo>
                <a:lnTo>
                  <a:pt x="234695" y="47879"/>
                </a:lnTo>
                <a:lnTo>
                  <a:pt x="235330" y="46862"/>
                </a:lnTo>
                <a:lnTo>
                  <a:pt x="235838" y="45974"/>
                </a:lnTo>
                <a:lnTo>
                  <a:pt x="236219" y="44577"/>
                </a:lnTo>
                <a:lnTo>
                  <a:pt x="236092" y="40640"/>
                </a:lnTo>
                <a:lnTo>
                  <a:pt x="235965" y="39878"/>
                </a:lnTo>
                <a:lnTo>
                  <a:pt x="235838" y="39116"/>
                </a:lnTo>
                <a:lnTo>
                  <a:pt x="235711" y="38481"/>
                </a:lnTo>
                <a:lnTo>
                  <a:pt x="235330" y="38100"/>
                </a:lnTo>
                <a:lnTo>
                  <a:pt x="235076" y="37592"/>
                </a:lnTo>
                <a:lnTo>
                  <a:pt x="234695" y="37211"/>
                </a:lnTo>
                <a:lnTo>
                  <a:pt x="234505" y="37211"/>
                </a:lnTo>
                <a:lnTo>
                  <a:pt x="233933" y="36830"/>
                </a:lnTo>
                <a:close/>
              </a:path>
              <a:path w="330834" h="118110">
                <a:moveTo>
                  <a:pt x="208914" y="16510"/>
                </a:moveTo>
                <a:lnTo>
                  <a:pt x="197611" y="16510"/>
                </a:lnTo>
                <a:lnTo>
                  <a:pt x="196341" y="17018"/>
                </a:lnTo>
                <a:lnTo>
                  <a:pt x="195452" y="36830"/>
                </a:lnTo>
                <a:lnTo>
                  <a:pt x="211073" y="36830"/>
                </a:lnTo>
                <a:lnTo>
                  <a:pt x="211073" y="18415"/>
                </a:lnTo>
                <a:lnTo>
                  <a:pt x="210946" y="18034"/>
                </a:lnTo>
                <a:lnTo>
                  <a:pt x="210438" y="17272"/>
                </a:lnTo>
                <a:lnTo>
                  <a:pt x="210057" y="17018"/>
                </a:lnTo>
                <a:lnTo>
                  <a:pt x="209422" y="16764"/>
                </a:lnTo>
                <a:lnTo>
                  <a:pt x="208914" y="16510"/>
                </a:lnTo>
                <a:close/>
              </a:path>
              <a:path w="330834" h="118110">
                <a:moveTo>
                  <a:pt x="270806" y="116712"/>
                </a:moveTo>
                <a:lnTo>
                  <a:pt x="259460" y="116712"/>
                </a:lnTo>
                <a:lnTo>
                  <a:pt x="260222" y="116967"/>
                </a:lnTo>
                <a:lnTo>
                  <a:pt x="269874" y="116967"/>
                </a:lnTo>
                <a:lnTo>
                  <a:pt x="270806" y="116712"/>
                </a:lnTo>
                <a:close/>
              </a:path>
              <a:path w="330834" h="118110">
                <a:moveTo>
                  <a:pt x="328675" y="116712"/>
                </a:moveTo>
                <a:lnTo>
                  <a:pt x="317372" y="116712"/>
                </a:lnTo>
                <a:lnTo>
                  <a:pt x="318134" y="116967"/>
                </a:lnTo>
                <a:lnTo>
                  <a:pt x="327913" y="116967"/>
                </a:lnTo>
                <a:lnTo>
                  <a:pt x="328675" y="116712"/>
                </a:lnTo>
                <a:close/>
              </a:path>
              <a:path w="330834" h="118110">
                <a:moveTo>
                  <a:pt x="270763" y="0"/>
                </a:moveTo>
                <a:lnTo>
                  <a:pt x="259460" y="0"/>
                </a:lnTo>
                <a:lnTo>
                  <a:pt x="258190" y="508"/>
                </a:lnTo>
                <a:lnTo>
                  <a:pt x="257809" y="762"/>
                </a:lnTo>
                <a:lnTo>
                  <a:pt x="257555" y="1143"/>
                </a:lnTo>
                <a:lnTo>
                  <a:pt x="257301" y="1397"/>
                </a:lnTo>
                <a:lnTo>
                  <a:pt x="257301" y="115443"/>
                </a:lnTo>
                <a:lnTo>
                  <a:pt x="257555" y="115697"/>
                </a:lnTo>
                <a:lnTo>
                  <a:pt x="257809" y="116078"/>
                </a:lnTo>
                <a:lnTo>
                  <a:pt x="258190" y="116332"/>
                </a:lnTo>
                <a:lnTo>
                  <a:pt x="259143" y="116712"/>
                </a:lnTo>
                <a:lnTo>
                  <a:pt x="270954" y="116712"/>
                </a:lnTo>
                <a:lnTo>
                  <a:pt x="271906" y="116332"/>
                </a:lnTo>
                <a:lnTo>
                  <a:pt x="272287" y="116078"/>
                </a:lnTo>
                <a:lnTo>
                  <a:pt x="272541" y="115697"/>
                </a:lnTo>
                <a:lnTo>
                  <a:pt x="272795" y="115443"/>
                </a:lnTo>
                <a:lnTo>
                  <a:pt x="272922" y="115062"/>
                </a:lnTo>
                <a:lnTo>
                  <a:pt x="272922" y="61722"/>
                </a:lnTo>
                <a:lnTo>
                  <a:pt x="277240" y="56896"/>
                </a:lnTo>
                <a:lnTo>
                  <a:pt x="281304" y="53340"/>
                </a:lnTo>
                <a:lnTo>
                  <a:pt x="285241" y="50927"/>
                </a:lnTo>
                <a:lnTo>
                  <a:pt x="289178" y="48387"/>
                </a:lnTo>
                <a:lnTo>
                  <a:pt x="291541" y="47625"/>
                </a:lnTo>
                <a:lnTo>
                  <a:pt x="272922" y="47625"/>
                </a:lnTo>
                <a:lnTo>
                  <a:pt x="272922" y="1778"/>
                </a:lnTo>
                <a:lnTo>
                  <a:pt x="272795" y="1397"/>
                </a:lnTo>
                <a:lnTo>
                  <a:pt x="272541" y="1143"/>
                </a:lnTo>
                <a:lnTo>
                  <a:pt x="272287" y="762"/>
                </a:lnTo>
                <a:lnTo>
                  <a:pt x="271906" y="508"/>
                </a:lnTo>
                <a:lnTo>
                  <a:pt x="271271" y="254"/>
                </a:lnTo>
                <a:lnTo>
                  <a:pt x="270763" y="0"/>
                </a:lnTo>
                <a:close/>
              </a:path>
              <a:path w="330834" h="118110">
                <a:moveTo>
                  <a:pt x="326297" y="47117"/>
                </a:moveTo>
                <a:lnTo>
                  <a:pt x="300100" y="47117"/>
                </a:lnTo>
                <a:lnTo>
                  <a:pt x="302767" y="47625"/>
                </a:lnTo>
                <a:lnTo>
                  <a:pt x="307339" y="49657"/>
                </a:lnTo>
                <a:lnTo>
                  <a:pt x="315340" y="115443"/>
                </a:lnTo>
                <a:lnTo>
                  <a:pt x="315594" y="115697"/>
                </a:lnTo>
                <a:lnTo>
                  <a:pt x="315848" y="116078"/>
                </a:lnTo>
                <a:lnTo>
                  <a:pt x="316229" y="116332"/>
                </a:lnTo>
                <a:lnTo>
                  <a:pt x="317182" y="116712"/>
                </a:lnTo>
                <a:lnTo>
                  <a:pt x="329056" y="116712"/>
                </a:lnTo>
                <a:lnTo>
                  <a:pt x="329818" y="116332"/>
                </a:lnTo>
                <a:lnTo>
                  <a:pt x="330199" y="116078"/>
                </a:lnTo>
                <a:lnTo>
                  <a:pt x="330453" y="115697"/>
                </a:lnTo>
                <a:lnTo>
                  <a:pt x="330707" y="115443"/>
                </a:lnTo>
                <a:lnTo>
                  <a:pt x="330683" y="61722"/>
                </a:lnTo>
                <a:lnTo>
                  <a:pt x="326516" y="47371"/>
                </a:lnTo>
                <a:lnTo>
                  <a:pt x="326297" y="47117"/>
                </a:lnTo>
                <a:close/>
              </a:path>
              <a:path w="330834" h="118110">
                <a:moveTo>
                  <a:pt x="305942" y="35179"/>
                </a:moveTo>
                <a:lnTo>
                  <a:pt x="295655" y="35179"/>
                </a:lnTo>
                <a:lnTo>
                  <a:pt x="291083" y="36195"/>
                </a:lnTo>
                <a:lnTo>
                  <a:pt x="281939" y="40259"/>
                </a:lnTo>
                <a:lnTo>
                  <a:pt x="277367" y="43434"/>
                </a:lnTo>
                <a:lnTo>
                  <a:pt x="272922" y="47625"/>
                </a:lnTo>
                <a:lnTo>
                  <a:pt x="291541" y="47625"/>
                </a:lnTo>
                <a:lnTo>
                  <a:pt x="293115" y="47117"/>
                </a:lnTo>
                <a:lnTo>
                  <a:pt x="326297" y="47117"/>
                </a:lnTo>
                <a:lnTo>
                  <a:pt x="324103" y="44577"/>
                </a:lnTo>
                <a:lnTo>
                  <a:pt x="321690" y="41656"/>
                </a:lnTo>
                <a:lnTo>
                  <a:pt x="318515" y="39370"/>
                </a:lnTo>
                <a:lnTo>
                  <a:pt x="314705" y="37719"/>
                </a:lnTo>
                <a:lnTo>
                  <a:pt x="310768" y="35941"/>
                </a:lnTo>
                <a:lnTo>
                  <a:pt x="305942" y="35179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57260" y="3455542"/>
            <a:ext cx="631952" cy="1183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60079" y="3461892"/>
            <a:ext cx="306450" cy="13436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45143" y="3455542"/>
            <a:ext cx="698626" cy="140716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914763" y="3455542"/>
            <a:ext cx="274320" cy="118745"/>
          </a:xfrm>
          <a:custGeom>
            <a:avLst/>
            <a:gdLst/>
            <a:ahLst/>
            <a:cxnLst/>
            <a:rect l="l" t="t" r="r" b="b"/>
            <a:pathLst>
              <a:path w="274320" h="118745">
                <a:moveTo>
                  <a:pt x="66271" y="46355"/>
                </a:moveTo>
                <a:lnTo>
                  <a:pt x="38607" y="46355"/>
                </a:lnTo>
                <a:lnTo>
                  <a:pt x="42672" y="46862"/>
                </a:lnTo>
                <a:lnTo>
                  <a:pt x="42079" y="46862"/>
                </a:lnTo>
                <a:lnTo>
                  <a:pt x="44195" y="47498"/>
                </a:lnTo>
                <a:lnTo>
                  <a:pt x="47011" y="48387"/>
                </a:lnTo>
                <a:lnTo>
                  <a:pt x="46834" y="48387"/>
                </a:lnTo>
                <a:lnTo>
                  <a:pt x="48640" y="49403"/>
                </a:lnTo>
                <a:lnTo>
                  <a:pt x="54609" y="61341"/>
                </a:lnTo>
                <a:lnTo>
                  <a:pt x="54609" y="70104"/>
                </a:lnTo>
                <a:lnTo>
                  <a:pt x="36194" y="70104"/>
                </a:lnTo>
                <a:lnTo>
                  <a:pt x="30225" y="70612"/>
                </a:lnTo>
                <a:lnTo>
                  <a:pt x="2920" y="84201"/>
                </a:lnTo>
                <a:lnTo>
                  <a:pt x="1015" y="87249"/>
                </a:lnTo>
                <a:lnTo>
                  <a:pt x="0" y="91059"/>
                </a:lnTo>
                <a:lnTo>
                  <a:pt x="0" y="98933"/>
                </a:lnTo>
                <a:lnTo>
                  <a:pt x="533" y="101600"/>
                </a:lnTo>
                <a:lnTo>
                  <a:pt x="634" y="102108"/>
                </a:lnTo>
                <a:lnTo>
                  <a:pt x="2158" y="105029"/>
                </a:lnTo>
                <a:lnTo>
                  <a:pt x="3555" y="107823"/>
                </a:lnTo>
                <a:lnTo>
                  <a:pt x="5587" y="110236"/>
                </a:lnTo>
                <a:lnTo>
                  <a:pt x="8127" y="112268"/>
                </a:lnTo>
                <a:lnTo>
                  <a:pt x="10667" y="114173"/>
                </a:lnTo>
                <a:lnTo>
                  <a:pt x="13969" y="115824"/>
                </a:lnTo>
                <a:lnTo>
                  <a:pt x="14176" y="115824"/>
                </a:lnTo>
                <a:lnTo>
                  <a:pt x="21081" y="117729"/>
                </a:lnTo>
                <a:lnTo>
                  <a:pt x="25145" y="118364"/>
                </a:lnTo>
                <a:lnTo>
                  <a:pt x="34797" y="118364"/>
                </a:lnTo>
                <a:lnTo>
                  <a:pt x="39623" y="117348"/>
                </a:lnTo>
                <a:lnTo>
                  <a:pt x="44195" y="115316"/>
                </a:lnTo>
                <a:lnTo>
                  <a:pt x="48767" y="113411"/>
                </a:lnTo>
                <a:lnTo>
                  <a:pt x="52958" y="110617"/>
                </a:lnTo>
                <a:lnTo>
                  <a:pt x="56369" y="107442"/>
                </a:lnTo>
                <a:lnTo>
                  <a:pt x="27050" y="107442"/>
                </a:lnTo>
                <a:lnTo>
                  <a:pt x="23113" y="106299"/>
                </a:lnTo>
                <a:lnTo>
                  <a:pt x="17398" y="101600"/>
                </a:lnTo>
                <a:lnTo>
                  <a:pt x="16001" y="98552"/>
                </a:lnTo>
                <a:lnTo>
                  <a:pt x="16001" y="92329"/>
                </a:lnTo>
                <a:lnTo>
                  <a:pt x="36956" y="80137"/>
                </a:lnTo>
                <a:lnTo>
                  <a:pt x="70230" y="80137"/>
                </a:lnTo>
                <a:lnTo>
                  <a:pt x="70230" y="58928"/>
                </a:lnTo>
                <a:lnTo>
                  <a:pt x="69595" y="54864"/>
                </a:lnTo>
                <a:lnTo>
                  <a:pt x="68452" y="51308"/>
                </a:lnTo>
                <a:lnTo>
                  <a:pt x="67182" y="47752"/>
                </a:lnTo>
                <a:lnTo>
                  <a:pt x="66271" y="46355"/>
                </a:lnTo>
                <a:close/>
              </a:path>
              <a:path w="274320" h="118745">
                <a:moveTo>
                  <a:pt x="70230" y="107187"/>
                </a:moveTo>
                <a:lnTo>
                  <a:pt x="56641" y="107187"/>
                </a:lnTo>
                <a:lnTo>
                  <a:pt x="56641" y="115316"/>
                </a:lnTo>
                <a:lnTo>
                  <a:pt x="56895" y="115824"/>
                </a:lnTo>
                <a:lnTo>
                  <a:pt x="57403" y="116205"/>
                </a:lnTo>
                <a:lnTo>
                  <a:pt x="57784" y="116586"/>
                </a:lnTo>
                <a:lnTo>
                  <a:pt x="58546" y="116840"/>
                </a:lnTo>
                <a:lnTo>
                  <a:pt x="68198" y="116840"/>
                </a:lnTo>
                <a:lnTo>
                  <a:pt x="68960" y="116586"/>
                </a:lnTo>
                <a:lnTo>
                  <a:pt x="69976" y="115824"/>
                </a:lnTo>
                <a:lnTo>
                  <a:pt x="70230" y="115316"/>
                </a:lnTo>
                <a:lnTo>
                  <a:pt x="70230" y="107187"/>
                </a:lnTo>
                <a:close/>
              </a:path>
              <a:path w="274320" h="118745">
                <a:moveTo>
                  <a:pt x="70230" y="80137"/>
                </a:moveTo>
                <a:lnTo>
                  <a:pt x="54609" y="80137"/>
                </a:lnTo>
                <a:lnTo>
                  <a:pt x="54609" y="96139"/>
                </a:lnTo>
                <a:lnTo>
                  <a:pt x="50800" y="99949"/>
                </a:lnTo>
                <a:lnTo>
                  <a:pt x="47116" y="102870"/>
                </a:lnTo>
                <a:lnTo>
                  <a:pt x="43560" y="104648"/>
                </a:lnTo>
                <a:lnTo>
                  <a:pt x="40004" y="106553"/>
                </a:lnTo>
                <a:lnTo>
                  <a:pt x="36194" y="107442"/>
                </a:lnTo>
                <a:lnTo>
                  <a:pt x="56369" y="107442"/>
                </a:lnTo>
                <a:lnTo>
                  <a:pt x="56641" y="107187"/>
                </a:lnTo>
                <a:lnTo>
                  <a:pt x="70230" y="107187"/>
                </a:lnTo>
                <a:lnTo>
                  <a:pt x="70230" y="80137"/>
                </a:lnTo>
                <a:close/>
              </a:path>
              <a:path w="274320" h="118745">
                <a:moveTo>
                  <a:pt x="42671" y="35179"/>
                </a:moveTo>
                <a:lnTo>
                  <a:pt x="33146" y="35179"/>
                </a:lnTo>
                <a:lnTo>
                  <a:pt x="29971" y="35433"/>
                </a:lnTo>
                <a:lnTo>
                  <a:pt x="23494" y="36449"/>
                </a:lnTo>
                <a:lnTo>
                  <a:pt x="20446" y="37211"/>
                </a:lnTo>
                <a:lnTo>
                  <a:pt x="17779" y="37973"/>
                </a:lnTo>
                <a:lnTo>
                  <a:pt x="14985" y="38735"/>
                </a:lnTo>
                <a:lnTo>
                  <a:pt x="12572" y="39624"/>
                </a:lnTo>
                <a:lnTo>
                  <a:pt x="10540" y="40640"/>
                </a:lnTo>
                <a:lnTo>
                  <a:pt x="8381" y="41656"/>
                </a:lnTo>
                <a:lnTo>
                  <a:pt x="4444" y="45593"/>
                </a:lnTo>
                <a:lnTo>
                  <a:pt x="4444" y="51816"/>
                </a:lnTo>
                <a:lnTo>
                  <a:pt x="4597" y="52197"/>
                </a:lnTo>
                <a:lnTo>
                  <a:pt x="4698" y="52451"/>
                </a:lnTo>
                <a:lnTo>
                  <a:pt x="5016" y="52959"/>
                </a:lnTo>
                <a:lnTo>
                  <a:pt x="5206" y="53340"/>
                </a:lnTo>
                <a:lnTo>
                  <a:pt x="5714" y="53848"/>
                </a:lnTo>
                <a:lnTo>
                  <a:pt x="5968" y="53848"/>
                </a:lnTo>
                <a:lnTo>
                  <a:pt x="6540" y="54229"/>
                </a:lnTo>
                <a:lnTo>
                  <a:pt x="8000" y="54229"/>
                </a:lnTo>
                <a:lnTo>
                  <a:pt x="9270" y="53848"/>
                </a:lnTo>
                <a:lnTo>
                  <a:pt x="10794" y="52959"/>
                </a:lnTo>
                <a:lnTo>
                  <a:pt x="12318" y="52197"/>
                </a:lnTo>
                <a:lnTo>
                  <a:pt x="14223" y="51308"/>
                </a:lnTo>
                <a:lnTo>
                  <a:pt x="16509" y="50292"/>
                </a:lnTo>
                <a:lnTo>
                  <a:pt x="18922" y="49403"/>
                </a:lnTo>
                <a:lnTo>
                  <a:pt x="21589" y="48387"/>
                </a:lnTo>
                <a:lnTo>
                  <a:pt x="27685" y="46862"/>
                </a:lnTo>
                <a:lnTo>
                  <a:pt x="31114" y="46355"/>
                </a:lnTo>
                <a:lnTo>
                  <a:pt x="66271" y="46355"/>
                </a:lnTo>
                <a:lnTo>
                  <a:pt x="65277" y="44831"/>
                </a:lnTo>
                <a:lnTo>
                  <a:pt x="59943" y="40005"/>
                </a:lnTo>
                <a:lnTo>
                  <a:pt x="56387" y="38227"/>
                </a:lnTo>
                <a:lnTo>
                  <a:pt x="52196" y="36957"/>
                </a:lnTo>
                <a:lnTo>
                  <a:pt x="47878" y="35814"/>
                </a:lnTo>
                <a:lnTo>
                  <a:pt x="42671" y="35179"/>
                </a:lnTo>
                <a:close/>
              </a:path>
              <a:path w="274320" h="118745">
                <a:moveTo>
                  <a:pt x="112310" y="116712"/>
                </a:moveTo>
                <a:lnTo>
                  <a:pt x="100964" y="116712"/>
                </a:lnTo>
                <a:lnTo>
                  <a:pt x="101726" y="116967"/>
                </a:lnTo>
                <a:lnTo>
                  <a:pt x="111378" y="116967"/>
                </a:lnTo>
                <a:lnTo>
                  <a:pt x="112310" y="116712"/>
                </a:lnTo>
                <a:close/>
              </a:path>
              <a:path w="274320" h="118745">
                <a:moveTo>
                  <a:pt x="170179" y="116712"/>
                </a:moveTo>
                <a:lnTo>
                  <a:pt x="158876" y="116712"/>
                </a:lnTo>
                <a:lnTo>
                  <a:pt x="159638" y="116967"/>
                </a:lnTo>
                <a:lnTo>
                  <a:pt x="169417" y="116967"/>
                </a:lnTo>
                <a:lnTo>
                  <a:pt x="170179" y="116712"/>
                </a:lnTo>
                <a:close/>
              </a:path>
              <a:path w="274320" h="118745">
                <a:moveTo>
                  <a:pt x="109473" y="36449"/>
                </a:moveTo>
                <a:lnTo>
                  <a:pt x="102361" y="36449"/>
                </a:lnTo>
                <a:lnTo>
                  <a:pt x="100710" y="36703"/>
                </a:lnTo>
                <a:lnTo>
                  <a:pt x="100202" y="36957"/>
                </a:lnTo>
                <a:lnTo>
                  <a:pt x="99567" y="37211"/>
                </a:lnTo>
                <a:lnTo>
                  <a:pt x="99186" y="37465"/>
                </a:lnTo>
                <a:lnTo>
                  <a:pt x="99059" y="37846"/>
                </a:lnTo>
                <a:lnTo>
                  <a:pt x="98805" y="38100"/>
                </a:lnTo>
                <a:lnTo>
                  <a:pt x="98805" y="115443"/>
                </a:lnTo>
                <a:lnTo>
                  <a:pt x="99059" y="115697"/>
                </a:lnTo>
                <a:lnTo>
                  <a:pt x="99313" y="116078"/>
                </a:lnTo>
                <a:lnTo>
                  <a:pt x="99694" y="116332"/>
                </a:lnTo>
                <a:lnTo>
                  <a:pt x="100647" y="116712"/>
                </a:lnTo>
                <a:lnTo>
                  <a:pt x="112458" y="116712"/>
                </a:lnTo>
                <a:lnTo>
                  <a:pt x="113410" y="116332"/>
                </a:lnTo>
                <a:lnTo>
                  <a:pt x="113791" y="116078"/>
                </a:lnTo>
                <a:lnTo>
                  <a:pt x="114045" y="115697"/>
                </a:lnTo>
                <a:lnTo>
                  <a:pt x="114300" y="115443"/>
                </a:lnTo>
                <a:lnTo>
                  <a:pt x="114426" y="61722"/>
                </a:lnTo>
                <a:lnTo>
                  <a:pt x="118744" y="56896"/>
                </a:lnTo>
                <a:lnTo>
                  <a:pt x="122808" y="53340"/>
                </a:lnTo>
                <a:lnTo>
                  <a:pt x="126745" y="50927"/>
                </a:lnTo>
                <a:lnTo>
                  <a:pt x="129895" y="48895"/>
                </a:lnTo>
                <a:lnTo>
                  <a:pt x="112902" y="48895"/>
                </a:lnTo>
                <a:lnTo>
                  <a:pt x="112775" y="38100"/>
                </a:lnTo>
                <a:lnTo>
                  <a:pt x="112521" y="37846"/>
                </a:lnTo>
                <a:lnTo>
                  <a:pt x="112394" y="37465"/>
                </a:lnTo>
                <a:lnTo>
                  <a:pt x="112013" y="37211"/>
                </a:lnTo>
                <a:lnTo>
                  <a:pt x="110997" y="36703"/>
                </a:lnTo>
                <a:lnTo>
                  <a:pt x="109473" y="36449"/>
                </a:lnTo>
                <a:close/>
              </a:path>
              <a:path w="274320" h="118745">
                <a:moveTo>
                  <a:pt x="167801" y="47117"/>
                </a:moveTo>
                <a:lnTo>
                  <a:pt x="141604" y="47117"/>
                </a:lnTo>
                <a:lnTo>
                  <a:pt x="144271" y="47625"/>
                </a:lnTo>
                <a:lnTo>
                  <a:pt x="148843" y="49657"/>
                </a:lnTo>
                <a:lnTo>
                  <a:pt x="156844" y="115443"/>
                </a:lnTo>
                <a:lnTo>
                  <a:pt x="157098" y="115697"/>
                </a:lnTo>
                <a:lnTo>
                  <a:pt x="157352" y="116078"/>
                </a:lnTo>
                <a:lnTo>
                  <a:pt x="157733" y="116332"/>
                </a:lnTo>
                <a:lnTo>
                  <a:pt x="158686" y="116712"/>
                </a:lnTo>
                <a:lnTo>
                  <a:pt x="170560" y="116712"/>
                </a:lnTo>
                <a:lnTo>
                  <a:pt x="171322" y="116332"/>
                </a:lnTo>
                <a:lnTo>
                  <a:pt x="171703" y="116078"/>
                </a:lnTo>
                <a:lnTo>
                  <a:pt x="171957" y="115697"/>
                </a:lnTo>
                <a:lnTo>
                  <a:pt x="172211" y="115443"/>
                </a:lnTo>
                <a:lnTo>
                  <a:pt x="172187" y="61722"/>
                </a:lnTo>
                <a:lnTo>
                  <a:pt x="168020" y="47371"/>
                </a:lnTo>
                <a:lnTo>
                  <a:pt x="167801" y="47117"/>
                </a:lnTo>
                <a:close/>
              </a:path>
              <a:path w="274320" h="118745">
                <a:moveTo>
                  <a:pt x="153960" y="36703"/>
                </a:moveTo>
                <a:lnTo>
                  <a:pt x="131007" y="36703"/>
                </a:lnTo>
                <a:lnTo>
                  <a:pt x="127253" y="38481"/>
                </a:lnTo>
                <a:lnTo>
                  <a:pt x="122554" y="40640"/>
                </a:lnTo>
                <a:lnTo>
                  <a:pt x="117728" y="44196"/>
                </a:lnTo>
                <a:lnTo>
                  <a:pt x="112902" y="48895"/>
                </a:lnTo>
                <a:lnTo>
                  <a:pt x="129895" y="48895"/>
                </a:lnTo>
                <a:lnTo>
                  <a:pt x="130682" y="48387"/>
                </a:lnTo>
                <a:lnTo>
                  <a:pt x="134619" y="47117"/>
                </a:lnTo>
                <a:lnTo>
                  <a:pt x="167801" y="47117"/>
                </a:lnTo>
                <a:lnTo>
                  <a:pt x="165607" y="44577"/>
                </a:lnTo>
                <a:lnTo>
                  <a:pt x="163194" y="41656"/>
                </a:lnTo>
                <a:lnTo>
                  <a:pt x="160019" y="39370"/>
                </a:lnTo>
                <a:lnTo>
                  <a:pt x="156503" y="37846"/>
                </a:lnTo>
                <a:lnTo>
                  <a:pt x="153960" y="36703"/>
                </a:lnTo>
                <a:close/>
              </a:path>
              <a:path w="274320" h="118745">
                <a:moveTo>
                  <a:pt x="131543" y="36449"/>
                </a:moveTo>
                <a:lnTo>
                  <a:pt x="109346" y="36449"/>
                </a:lnTo>
                <a:lnTo>
                  <a:pt x="111124" y="36703"/>
                </a:lnTo>
                <a:lnTo>
                  <a:pt x="131007" y="36703"/>
                </a:lnTo>
                <a:lnTo>
                  <a:pt x="131543" y="36449"/>
                </a:lnTo>
                <a:close/>
              </a:path>
              <a:path w="274320" h="118745">
                <a:moveTo>
                  <a:pt x="147446" y="35179"/>
                </a:moveTo>
                <a:lnTo>
                  <a:pt x="136905" y="35179"/>
                </a:lnTo>
                <a:lnTo>
                  <a:pt x="132079" y="36195"/>
                </a:lnTo>
                <a:lnTo>
                  <a:pt x="131543" y="36449"/>
                </a:lnTo>
                <a:lnTo>
                  <a:pt x="153397" y="36449"/>
                </a:lnTo>
                <a:lnTo>
                  <a:pt x="152272" y="35941"/>
                </a:lnTo>
                <a:lnTo>
                  <a:pt x="147446" y="35179"/>
                </a:lnTo>
                <a:close/>
              </a:path>
              <a:path w="274320" h="118745">
                <a:moveTo>
                  <a:pt x="237362" y="35179"/>
                </a:moveTo>
                <a:lnTo>
                  <a:pt x="226313" y="35179"/>
                </a:lnTo>
                <a:lnTo>
                  <a:pt x="220979" y="36195"/>
                </a:lnTo>
                <a:lnTo>
                  <a:pt x="197865" y="60071"/>
                </a:lnTo>
                <a:lnTo>
                  <a:pt x="196214" y="65278"/>
                </a:lnTo>
                <a:lnTo>
                  <a:pt x="195452" y="71247"/>
                </a:lnTo>
                <a:lnTo>
                  <a:pt x="195514" y="83693"/>
                </a:lnTo>
                <a:lnTo>
                  <a:pt x="195964" y="87376"/>
                </a:lnTo>
                <a:lnTo>
                  <a:pt x="223900" y="118364"/>
                </a:lnTo>
                <a:lnTo>
                  <a:pt x="235965" y="118364"/>
                </a:lnTo>
                <a:lnTo>
                  <a:pt x="240766" y="117221"/>
                </a:lnTo>
                <a:lnTo>
                  <a:pt x="241046" y="117221"/>
                </a:lnTo>
                <a:lnTo>
                  <a:pt x="250951" y="112268"/>
                </a:lnTo>
                <a:lnTo>
                  <a:pt x="255650" y="108966"/>
                </a:lnTo>
                <a:lnTo>
                  <a:pt x="258265" y="106426"/>
                </a:lnTo>
                <a:lnTo>
                  <a:pt x="228853" y="106426"/>
                </a:lnTo>
                <a:lnTo>
                  <a:pt x="225425" y="105537"/>
                </a:lnTo>
                <a:lnTo>
                  <a:pt x="222757" y="103886"/>
                </a:lnTo>
                <a:lnTo>
                  <a:pt x="219963" y="102235"/>
                </a:lnTo>
                <a:lnTo>
                  <a:pt x="217804" y="99949"/>
                </a:lnTo>
                <a:lnTo>
                  <a:pt x="216153" y="97028"/>
                </a:lnTo>
                <a:lnTo>
                  <a:pt x="214578" y="94361"/>
                </a:lnTo>
                <a:lnTo>
                  <a:pt x="213359" y="91059"/>
                </a:lnTo>
                <a:lnTo>
                  <a:pt x="212725" y="87376"/>
                </a:lnTo>
                <a:lnTo>
                  <a:pt x="211962" y="83693"/>
                </a:lnTo>
                <a:lnTo>
                  <a:pt x="211708" y="80010"/>
                </a:lnTo>
                <a:lnTo>
                  <a:pt x="211708" y="72644"/>
                </a:lnTo>
                <a:lnTo>
                  <a:pt x="212089" y="69087"/>
                </a:lnTo>
                <a:lnTo>
                  <a:pt x="223519" y="49657"/>
                </a:lnTo>
                <a:lnTo>
                  <a:pt x="226186" y="47879"/>
                </a:lnTo>
                <a:lnTo>
                  <a:pt x="229615" y="47117"/>
                </a:lnTo>
                <a:lnTo>
                  <a:pt x="273990" y="47117"/>
                </a:lnTo>
                <a:lnTo>
                  <a:pt x="273989" y="46609"/>
                </a:lnTo>
                <a:lnTo>
                  <a:pt x="258317" y="46609"/>
                </a:lnTo>
                <a:lnTo>
                  <a:pt x="254253" y="42799"/>
                </a:lnTo>
                <a:lnTo>
                  <a:pt x="250374" y="40132"/>
                </a:lnTo>
                <a:lnTo>
                  <a:pt x="245998" y="38100"/>
                </a:lnTo>
                <a:lnTo>
                  <a:pt x="242188" y="36195"/>
                </a:lnTo>
                <a:lnTo>
                  <a:pt x="242588" y="36195"/>
                </a:lnTo>
                <a:lnTo>
                  <a:pt x="237362" y="35179"/>
                </a:lnTo>
                <a:close/>
              </a:path>
              <a:path w="274320" h="118745">
                <a:moveTo>
                  <a:pt x="274054" y="104648"/>
                </a:moveTo>
                <a:lnTo>
                  <a:pt x="260095" y="104648"/>
                </a:lnTo>
                <a:lnTo>
                  <a:pt x="260222" y="115443"/>
                </a:lnTo>
                <a:lnTo>
                  <a:pt x="260476" y="115824"/>
                </a:lnTo>
                <a:lnTo>
                  <a:pt x="260730" y="116078"/>
                </a:lnTo>
                <a:lnTo>
                  <a:pt x="261746" y="116586"/>
                </a:lnTo>
                <a:lnTo>
                  <a:pt x="262381" y="116840"/>
                </a:lnTo>
                <a:lnTo>
                  <a:pt x="272033" y="116840"/>
                </a:lnTo>
                <a:lnTo>
                  <a:pt x="274054" y="104648"/>
                </a:lnTo>
                <a:close/>
              </a:path>
              <a:path w="274320" h="118745">
                <a:moveTo>
                  <a:pt x="273990" y="47117"/>
                </a:moveTo>
                <a:lnTo>
                  <a:pt x="237997" y="47117"/>
                </a:lnTo>
                <a:lnTo>
                  <a:pt x="242061" y="48260"/>
                </a:lnTo>
                <a:lnTo>
                  <a:pt x="245998" y="50800"/>
                </a:lnTo>
                <a:lnTo>
                  <a:pt x="249935" y="53212"/>
                </a:lnTo>
                <a:lnTo>
                  <a:pt x="254126" y="56769"/>
                </a:lnTo>
                <a:lnTo>
                  <a:pt x="258317" y="61341"/>
                </a:lnTo>
                <a:lnTo>
                  <a:pt x="258317" y="91694"/>
                </a:lnTo>
                <a:lnTo>
                  <a:pt x="244982" y="103124"/>
                </a:lnTo>
                <a:lnTo>
                  <a:pt x="242950" y="104394"/>
                </a:lnTo>
                <a:lnTo>
                  <a:pt x="240918" y="105156"/>
                </a:lnTo>
                <a:lnTo>
                  <a:pt x="236632" y="106299"/>
                </a:lnTo>
                <a:lnTo>
                  <a:pt x="236093" y="106299"/>
                </a:lnTo>
                <a:lnTo>
                  <a:pt x="235076" y="106426"/>
                </a:lnTo>
                <a:lnTo>
                  <a:pt x="258265" y="106426"/>
                </a:lnTo>
                <a:lnTo>
                  <a:pt x="260095" y="104648"/>
                </a:lnTo>
                <a:lnTo>
                  <a:pt x="274054" y="104648"/>
                </a:lnTo>
                <a:lnTo>
                  <a:pt x="273990" y="47117"/>
                </a:lnTo>
                <a:close/>
              </a:path>
              <a:path w="274320" h="118745">
                <a:moveTo>
                  <a:pt x="272922" y="762"/>
                </a:moveTo>
                <a:lnTo>
                  <a:pt x="259333" y="762"/>
                </a:lnTo>
                <a:lnTo>
                  <a:pt x="258825" y="1143"/>
                </a:lnTo>
                <a:lnTo>
                  <a:pt x="258698" y="1524"/>
                </a:lnTo>
                <a:lnTo>
                  <a:pt x="258444" y="1778"/>
                </a:lnTo>
                <a:lnTo>
                  <a:pt x="258317" y="46609"/>
                </a:lnTo>
                <a:lnTo>
                  <a:pt x="273989" y="46609"/>
                </a:lnTo>
                <a:lnTo>
                  <a:pt x="273938" y="1778"/>
                </a:lnTo>
                <a:lnTo>
                  <a:pt x="273684" y="1524"/>
                </a:lnTo>
                <a:lnTo>
                  <a:pt x="273430" y="1143"/>
                </a:lnTo>
                <a:lnTo>
                  <a:pt x="272922" y="762"/>
                </a:lnTo>
                <a:close/>
              </a:path>
              <a:path w="274320" h="118745">
                <a:moveTo>
                  <a:pt x="271779" y="381"/>
                </a:moveTo>
                <a:lnTo>
                  <a:pt x="260603" y="381"/>
                </a:lnTo>
                <a:lnTo>
                  <a:pt x="259651" y="762"/>
                </a:lnTo>
                <a:lnTo>
                  <a:pt x="272732" y="762"/>
                </a:lnTo>
                <a:lnTo>
                  <a:pt x="271779" y="381"/>
                </a:lnTo>
                <a:close/>
              </a:path>
              <a:path w="274320" h="118745">
                <a:moveTo>
                  <a:pt x="268985" y="0"/>
                </a:moveTo>
                <a:lnTo>
                  <a:pt x="263397" y="0"/>
                </a:lnTo>
                <a:lnTo>
                  <a:pt x="260350" y="381"/>
                </a:lnTo>
                <a:lnTo>
                  <a:pt x="272033" y="381"/>
                </a:lnTo>
                <a:lnTo>
                  <a:pt x="268985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66912" y="3463416"/>
            <a:ext cx="543136" cy="1104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49188" y="3678554"/>
            <a:ext cx="594233" cy="11328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19875" y="3673855"/>
            <a:ext cx="658864" cy="11798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54061" y="3673475"/>
            <a:ext cx="168529" cy="1473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82027" y="3673475"/>
            <a:ext cx="690752" cy="1473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330818" y="3672966"/>
            <a:ext cx="638809" cy="1188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040241" y="3673855"/>
            <a:ext cx="320675" cy="11798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431528" y="3673855"/>
            <a:ext cx="272415" cy="118110"/>
          </a:xfrm>
          <a:custGeom>
            <a:avLst/>
            <a:gdLst/>
            <a:ahLst/>
            <a:cxnLst/>
            <a:rect l="l" t="t" r="r" b="b"/>
            <a:pathLst>
              <a:path w="272415" h="118110">
                <a:moveTo>
                  <a:pt x="65763" y="45974"/>
                </a:moveTo>
                <a:lnTo>
                  <a:pt x="38353" y="45974"/>
                </a:lnTo>
                <a:lnTo>
                  <a:pt x="42417" y="46482"/>
                </a:lnTo>
                <a:lnTo>
                  <a:pt x="41804" y="46482"/>
                </a:lnTo>
                <a:lnTo>
                  <a:pt x="46630" y="48006"/>
                </a:lnTo>
                <a:lnTo>
                  <a:pt x="46453" y="48006"/>
                </a:lnTo>
                <a:lnTo>
                  <a:pt x="48260" y="49022"/>
                </a:lnTo>
                <a:lnTo>
                  <a:pt x="51307" y="52070"/>
                </a:lnTo>
                <a:lnTo>
                  <a:pt x="52450" y="53848"/>
                </a:lnTo>
                <a:lnTo>
                  <a:pt x="53086" y="56134"/>
                </a:lnTo>
                <a:lnTo>
                  <a:pt x="53867" y="58547"/>
                </a:lnTo>
                <a:lnTo>
                  <a:pt x="54228" y="60960"/>
                </a:lnTo>
                <a:lnTo>
                  <a:pt x="54228" y="69723"/>
                </a:lnTo>
                <a:lnTo>
                  <a:pt x="35941" y="69723"/>
                </a:lnTo>
                <a:lnTo>
                  <a:pt x="29972" y="70231"/>
                </a:lnTo>
                <a:lnTo>
                  <a:pt x="0" y="90678"/>
                </a:lnTo>
                <a:lnTo>
                  <a:pt x="0" y="98552"/>
                </a:lnTo>
                <a:lnTo>
                  <a:pt x="640" y="101219"/>
                </a:lnTo>
                <a:lnTo>
                  <a:pt x="762" y="101727"/>
                </a:lnTo>
                <a:lnTo>
                  <a:pt x="13970" y="115443"/>
                </a:lnTo>
                <a:lnTo>
                  <a:pt x="14160" y="115443"/>
                </a:lnTo>
                <a:lnTo>
                  <a:pt x="20954" y="117348"/>
                </a:lnTo>
                <a:lnTo>
                  <a:pt x="24892" y="117983"/>
                </a:lnTo>
                <a:lnTo>
                  <a:pt x="34544" y="117983"/>
                </a:lnTo>
                <a:lnTo>
                  <a:pt x="39370" y="116967"/>
                </a:lnTo>
                <a:lnTo>
                  <a:pt x="43815" y="114935"/>
                </a:lnTo>
                <a:lnTo>
                  <a:pt x="48387" y="113030"/>
                </a:lnTo>
                <a:lnTo>
                  <a:pt x="52577" y="110236"/>
                </a:lnTo>
                <a:lnTo>
                  <a:pt x="55988" y="107061"/>
                </a:lnTo>
                <a:lnTo>
                  <a:pt x="26797" y="107061"/>
                </a:lnTo>
                <a:lnTo>
                  <a:pt x="22987" y="105918"/>
                </a:lnTo>
                <a:lnTo>
                  <a:pt x="20193" y="103632"/>
                </a:lnTo>
                <a:lnTo>
                  <a:pt x="17399" y="101219"/>
                </a:lnTo>
                <a:lnTo>
                  <a:pt x="16001" y="98171"/>
                </a:lnTo>
                <a:lnTo>
                  <a:pt x="16001" y="91948"/>
                </a:lnTo>
                <a:lnTo>
                  <a:pt x="36575" y="79756"/>
                </a:lnTo>
                <a:lnTo>
                  <a:pt x="69596" y="79756"/>
                </a:lnTo>
                <a:lnTo>
                  <a:pt x="69596" y="58547"/>
                </a:lnTo>
                <a:lnTo>
                  <a:pt x="69088" y="54483"/>
                </a:lnTo>
                <a:lnTo>
                  <a:pt x="67818" y="50927"/>
                </a:lnTo>
                <a:lnTo>
                  <a:pt x="66675" y="47371"/>
                </a:lnTo>
                <a:lnTo>
                  <a:pt x="65763" y="45974"/>
                </a:lnTo>
                <a:close/>
              </a:path>
              <a:path w="272415" h="118110">
                <a:moveTo>
                  <a:pt x="66802" y="116586"/>
                </a:moveTo>
                <a:lnTo>
                  <a:pt x="59054" y="116586"/>
                </a:lnTo>
                <a:lnTo>
                  <a:pt x="59944" y="116713"/>
                </a:lnTo>
                <a:lnTo>
                  <a:pt x="65913" y="116713"/>
                </a:lnTo>
                <a:lnTo>
                  <a:pt x="66802" y="116586"/>
                </a:lnTo>
                <a:close/>
              </a:path>
              <a:path w="272415" h="118110">
                <a:moveTo>
                  <a:pt x="69596" y="106807"/>
                </a:moveTo>
                <a:lnTo>
                  <a:pt x="56261" y="106807"/>
                </a:lnTo>
                <a:lnTo>
                  <a:pt x="56261" y="114935"/>
                </a:lnTo>
                <a:lnTo>
                  <a:pt x="56515" y="115443"/>
                </a:lnTo>
                <a:lnTo>
                  <a:pt x="56896" y="115824"/>
                </a:lnTo>
                <a:lnTo>
                  <a:pt x="57911" y="116586"/>
                </a:lnTo>
                <a:lnTo>
                  <a:pt x="67818" y="116586"/>
                </a:lnTo>
                <a:lnTo>
                  <a:pt x="69342" y="115443"/>
                </a:lnTo>
                <a:lnTo>
                  <a:pt x="69596" y="114935"/>
                </a:lnTo>
                <a:lnTo>
                  <a:pt x="69596" y="106807"/>
                </a:lnTo>
                <a:close/>
              </a:path>
              <a:path w="272415" h="118110">
                <a:moveTo>
                  <a:pt x="69596" y="79756"/>
                </a:moveTo>
                <a:lnTo>
                  <a:pt x="54228" y="79756"/>
                </a:lnTo>
                <a:lnTo>
                  <a:pt x="54228" y="95758"/>
                </a:lnTo>
                <a:lnTo>
                  <a:pt x="50292" y="99568"/>
                </a:lnTo>
                <a:lnTo>
                  <a:pt x="46736" y="102489"/>
                </a:lnTo>
                <a:lnTo>
                  <a:pt x="43179" y="104267"/>
                </a:lnTo>
                <a:lnTo>
                  <a:pt x="39750" y="106172"/>
                </a:lnTo>
                <a:lnTo>
                  <a:pt x="35941" y="107061"/>
                </a:lnTo>
                <a:lnTo>
                  <a:pt x="55988" y="107061"/>
                </a:lnTo>
                <a:lnTo>
                  <a:pt x="56261" y="106807"/>
                </a:lnTo>
                <a:lnTo>
                  <a:pt x="69596" y="106807"/>
                </a:lnTo>
                <a:lnTo>
                  <a:pt x="69596" y="79756"/>
                </a:lnTo>
                <a:close/>
              </a:path>
              <a:path w="272415" h="118110">
                <a:moveTo>
                  <a:pt x="42291" y="34798"/>
                </a:moveTo>
                <a:lnTo>
                  <a:pt x="32893" y="34798"/>
                </a:lnTo>
                <a:lnTo>
                  <a:pt x="29718" y="35052"/>
                </a:lnTo>
                <a:lnTo>
                  <a:pt x="10541" y="40259"/>
                </a:lnTo>
                <a:lnTo>
                  <a:pt x="8381" y="41275"/>
                </a:lnTo>
                <a:lnTo>
                  <a:pt x="4445" y="45212"/>
                </a:lnTo>
                <a:lnTo>
                  <a:pt x="4445" y="51435"/>
                </a:lnTo>
                <a:lnTo>
                  <a:pt x="4597" y="51816"/>
                </a:lnTo>
                <a:lnTo>
                  <a:pt x="4699" y="52070"/>
                </a:lnTo>
                <a:lnTo>
                  <a:pt x="5016" y="52578"/>
                </a:lnTo>
                <a:lnTo>
                  <a:pt x="5206" y="52959"/>
                </a:lnTo>
                <a:lnTo>
                  <a:pt x="5715" y="53467"/>
                </a:lnTo>
                <a:lnTo>
                  <a:pt x="5969" y="53467"/>
                </a:lnTo>
                <a:lnTo>
                  <a:pt x="6540" y="53848"/>
                </a:lnTo>
                <a:lnTo>
                  <a:pt x="8000" y="53848"/>
                </a:lnTo>
                <a:lnTo>
                  <a:pt x="9144" y="53467"/>
                </a:lnTo>
                <a:lnTo>
                  <a:pt x="10668" y="52578"/>
                </a:lnTo>
                <a:lnTo>
                  <a:pt x="12192" y="51816"/>
                </a:lnTo>
                <a:lnTo>
                  <a:pt x="16510" y="49911"/>
                </a:lnTo>
                <a:lnTo>
                  <a:pt x="21463" y="48006"/>
                </a:lnTo>
                <a:lnTo>
                  <a:pt x="27558" y="46482"/>
                </a:lnTo>
                <a:lnTo>
                  <a:pt x="30988" y="45974"/>
                </a:lnTo>
                <a:lnTo>
                  <a:pt x="65763" y="45974"/>
                </a:lnTo>
                <a:lnTo>
                  <a:pt x="64770" y="44450"/>
                </a:lnTo>
                <a:lnTo>
                  <a:pt x="59436" y="39624"/>
                </a:lnTo>
                <a:lnTo>
                  <a:pt x="56006" y="37846"/>
                </a:lnTo>
                <a:lnTo>
                  <a:pt x="51689" y="36576"/>
                </a:lnTo>
                <a:lnTo>
                  <a:pt x="47498" y="35433"/>
                </a:lnTo>
                <a:lnTo>
                  <a:pt x="42291" y="34798"/>
                </a:lnTo>
                <a:close/>
              </a:path>
              <a:path w="272415" h="118110">
                <a:moveTo>
                  <a:pt x="112141" y="116332"/>
                </a:moveTo>
                <a:lnTo>
                  <a:pt x="100838" y="116332"/>
                </a:lnTo>
                <a:lnTo>
                  <a:pt x="101726" y="116586"/>
                </a:lnTo>
                <a:lnTo>
                  <a:pt x="102743" y="116713"/>
                </a:lnTo>
                <a:lnTo>
                  <a:pt x="110363" y="116713"/>
                </a:lnTo>
                <a:lnTo>
                  <a:pt x="111378" y="116586"/>
                </a:lnTo>
                <a:lnTo>
                  <a:pt x="112141" y="116332"/>
                </a:lnTo>
                <a:close/>
              </a:path>
              <a:path w="272415" h="118110">
                <a:moveTo>
                  <a:pt x="169545" y="116332"/>
                </a:moveTo>
                <a:lnTo>
                  <a:pt x="158369" y="116332"/>
                </a:lnTo>
                <a:lnTo>
                  <a:pt x="159130" y="116586"/>
                </a:lnTo>
                <a:lnTo>
                  <a:pt x="160147" y="116713"/>
                </a:lnTo>
                <a:lnTo>
                  <a:pt x="167767" y="116713"/>
                </a:lnTo>
                <a:lnTo>
                  <a:pt x="168782" y="116586"/>
                </a:lnTo>
                <a:lnTo>
                  <a:pt x="169545" y="116332"/>
                </a:lnTo>
                <a:close/>
              </a:path>
              <a:path w="272415" h="118110">
                <a:moveTo>
                  <a:pt x="110871" y="36322"/>
                </a:moveTo>
                <a:lnTo>
                  <a:pt x="100711" y="36322"/>
                </a:lnTo>
                <a:lnTo>
                  <a:pt x="100202" y="36576"/>
                </a:lnTo>
                <a:lnTo>
                  <a:pt x="99568" y="36830"/>
                </a:lnTo>
                <a:lnTo>
                  <a:pt x="99187" y="37084"/>
                </a:lnTo>
                <a:lnTo>
                  <a:pt x="99060" y="37465"/>
                </a:lnTo>
                <a:lnTo>
                  <a:pt x="98805" y="37719"/>
                </a:lnTo>
                <a:lnTo>
                  <a:pt x="98805" y="115062"/>
                </a:lnTo>
                <a:lnTo>
                  <a:pt x="99060" y="115316"/>
                </a:lnTo>
                <a:lnTo>
                  <a:pt x="99314" y="115697"/>
                </a:lnTo>
                <a:lnTo>
                  <a:pt x="99695" y="115951"/>
                </a:lnTo>
                <a:lnTo>
                  <a:pt x="100647" y="116332"/>
                </a:lnTo>
                <a:lnTo>
                  <a:pt x="112331" y="116332"/>
                </a:lnTo>
                <a:lnTo>
                  <a:pt x="113283" y="115951"/>
                </a:lnTo>
                <a:lnTo>
                  <a:pt x="113665" y="115697"/>
                </a:lnTo>
                <a:lnTo>
                  <a:pt x="113919" y="115316"/>
                </a:lnTo>
                <a:lnTo>
                  <a:pt x="114173" y="115062"/>
                </a:lnTo>
                <a:lnTo>
                  <a:pt x="114300" y="61341"/>
                </a:lnTo>
                <a:lnTo>
                  <a:pt x="118491" y="56515"/>
                </a:lnTo>
                <a:lnTo>
                  <a:pt x="122681" y="52959"/>
                </a:lnTo>
                <a:lnTo>
                  <a:pt x="126492" y="50546"/>
                </a:lnTo>
                <a:lnTo>
                  <a:pt x="129641" y="48514"/>
                </a:lnTo>
                <a:lnTo>
                  <a:pt x="112775" y="48514"/>
                </a:lnTo>
                <a:lnTo>
                  <a:pt x="112649" y="37719"/>
                </a:lnTo>
                <a:lnTo>
                  <a:pt x="112395" y="37465"/>
                </a:lnTo>
                <a:lnTo>
                  <a:pt x="112268" y="37084"/>
                </a:lnTo>
                <a:lnTo>
                  <a:pt x="111887" y="36830"/>
                </a:lnTo>
                <a:lnTo>
                  <a:pt x="110871" y="36322"/>
                </a:lnTo>
                <a:close/>
              </a:path>
              <a:path w="272415" h="118110">
                <a:moveTo>
                  <a:pt x="167177" y="46736"/>
                </a:moveTo>
                <a:lnTo>
                  <a:pt x="141224" y="46736"/>
                </a:lnTo>
                <a:lnTo>
                  <a:pt x="143891" y="47244"/>
                </a:lnTo>
                <a:lnTo>
                  <a:pt x="148463" y="49276"/>
                </a:lnTo>
                <a:lnTo>
                  <a:pt x="156337" y="115062"/>
                </a:lnTo>
                <a:lnTo>
                  <a:pt x="156591" y="115316"/>
                </a:lnTo>
                <a:lnTo>
                  <a:pt x="156845" y="115697"/>
                </a:lnTo>
                <a:lnTo>
                  <a:pt x="157225" y="115951"/>
                </a:lnTo>
                <a:lnTo>
                  <a:pt x="157987" y="116332"/>
                </a:lnTo>
                <a:lnTo>
                  <a:pt x="169925" y="116332"/>
                </a:lnTo>
                <a:lnTo>
                  <a:pt x="170688" y="115951"/>
                </a:lnTo>
                <a:lnTo>
                  <a:pt x="171069" y="115697"/>
                </a:lnTo>
                <a:lnTo>
                  <a:pt x="171323" y="115316"/>
                </a:lnTo>
                <a:lnTo>
                  <a:pt x="171576" y="115062"/>
                </a:lnTo>
                <a:lnTo>
                  <a:pt x="171552" y="61341"/>
                </a:lnTo>
                <a:lnTo>
                  <a:pt x="167386" y="46990"/>
                </a:lnTo>
                <a:lnTo>
                  <a:pt x="167177" y="46736"/>
                </a:lnTo>
                <a:close/>
              </a:path>
              <a:path w="272415" h="118110">
                <a:moveTo>
                  <a:pt x="147066" y="34798"/>
                </a:moveTo>
                <a:lnTo>
                  <a:pt x="136525" y="34798"/>
                </a:lnTo>
                <a:lnTo>
                  <a:pt x="131825" y="35814"/>
                </a:lnTo>
                <a:lnTo>
                  <a:pt x="127000" y="38100"/>
                </a:lnTo>
                <a:lnTo>
                  <a:pt x="122300" y="40259"/>
                </a:lnTo>
                <a:lnTo>
                  <a:pt x="117601" y="43815"/>
                </a:lnTo>
                <a:lnTo>
                  <a:pt x="112775" y="48514"/>
                </a:lnTo>
                <a:lnTo>
                  <a:pt x="129641" y="48514"/>
                </a:lnTo>
                <a:lnTo>
                  <a:pt x="130428" y="48006"/>
                </a:lnTo>
                <a:lnTo>
                  <a:pt x="134366" y="46736"/>
                </a:lnTo>
                <a:lnTo>
                  <a:pt x="167177" y="46736"/>
                </a:lnTo>
                <a:lnTo>
                  <a:pt x="162687" y="41275"/>
                </a:lnTo>
                <a:lnTo>
                  <a:pt x="159512" y="38989"/>
                </a:lnTo>
                <a:lnTo>
                  <a:pt x="155995" y="37465"/>
                </a:lnTo>
                <a:lnTo>
                  <a:pt x="151765" y="35560"/>
                </a:lnTo>
                <a:lnTo>
                  <a:pt x="147066" y="34798"/>
                </a:lnTo>
                <a:close/>
              </a:path>
              <a:path w="272415" h="118110">
                <a:moveTo>
                  <a:pt x="235457" y="34798"/>
                </a:moveTo>
                <a:lnTo>
                  <a:pt x="224536" y="34798"/>
                </a:lnTo>
                <a:lnTo>
                  <a:pt x="219328" y="35814"/>
                </a:lnTo>
                <a:lnTo>
                  <a:pt x="196342" y="59690"/>
                </a:lnTo>
                <a:lnTo>
                  <a:pt x="194691" y="64897"/>
                </a:lnTo>
                <a:lnTo>
                  <a:pt x="193928" y="70866"/>
                </a:lnTo>
                <a:lnTo>
                  <a:pt x="193990" y="83312"/>
                </a:lnTo>
                <a:lnTo>
                  <a:pt x="194564" y="88011"/>
                </a:lnTo>
                <a:lnTo>
                  <a:pt x="222250" y="117983"/>
                </a:lnTo>
                <a:lnTo>
                  <a:pt x="234188" y="117983"/>
                </a:lnTo>
                <a:lnTo>
                  <a:pt x="238874" y="116840"/>
                </a:lnTo>
                <a:lnTo>
                  <a:pt x="239141" y="116840"/>
                </a:lnTo>
                <a:lnTo>
                  <a:pt x="249047" y="111887"/>
                </a:lnTo>
                <a:lnTo>
                  <a:pt x="253619" y="108585"/>
                </a:lnTo>
                <a:lnTo>
                  <a:pt x="256233" y="106045"/>
                </a:lnTo>
                <a:lnTo>
                  <a:pt x="227075" y="106045"/>
                </a:lnTo>
                <a:lnTo>
                  <a:pt x="223647" y="105156"/>
                </a:lnTo>
                <a:lnTo>
                  <a:pt x="218313" y="101854"/>
                </a:lnTo>
                <a:lnTo>
                  <a:pt x="216153" y="99568"/>
                </a:lnTo>
                <a:lnTo>
                  <a:pt x="214502" y="96647"/>
                </a:lnTo>
                <a:lnTo>
                  <a:pt x="212927" y="93980"/>
                </a:lnTo>
                <a:lnTo>
                  <a:pt x="211708" y="90678"/>
                </a:lnTo>
                <a:lnTo>
                  <a:pt x="210439" y="83312"/>
                </a:lnTo>
                <a:lnTo>
                  <a:pt x="210057" y="79629"/>
                </a:lnTo>
                <a:lnTo>
                  <a:pt x="210057" y="72263"/>
                </a:lnTo>
                <a:lnTo>
                  <a:pt x="221742" y="49276"/>
                </a:lnTo>
                <a:lnTo>
                  <a:pt x="224536" y="47498"/>
                </a:lnTo>
                <a:lnTo>
                  <a:pt x="227838" y="46736"/>
                </a:lnTo>
                <a:lnTo>
                  <a:pt x="271831" y="46736"/>
                </a:lnTo>
                <a:lnTo>
                  <a:pt x="271830" y="46228"/>
                </a:lnTo>
                <a:lnTo>
                  <a:pt x="256286" y="46228"/>
                </a:lnTo>
                <a:lnTo>
                  <a:pt x="252357" y="42545"/>
                </a:lnTo>
                <a:lnTo>
                  <a:pt x="248157" y="39624"/>
                </a:lnTo>
                <a:lnTo>
                  <a:pt x="244094" y="37719"/>
                </a:lnTo>
                <a:lnTo>
                  <a:pt x="240029" y="35687"/>
                </a:lnTo>
                <a:lnTo>
                  <a:pt x="235457" y="34798"/>
                </a:lnTo>
                <a:close/>
              </a:path>
              <a:path w="272415" h="118110">
                <a:moveTo>
                  <a:pt x="260985" y="116586"/>
                </a:moveTo>
                <a:lnTo>
                  <a:pt x="239915" y="116586"/>
                </a:lnTo>
                <a:lnTo>
                  <a:pt x="238874" y="116840"/>
                </a:lnTo>
                <a:lnTo>
                  <a:pt x="262762" y="116840"/>
                </a:lnTo>
                <a:lnTo>
                  <a:pt x="260985" y="116586"/>
                </a:lnTo>
                <a:close/>
              </a:path>
              <a:path w="272415" h="118110">
                <a:moveTo>
                  <a:pt x="271895" y="104267"/>
                </a:moveTo>
                <a:lnTo>
                  <a:pt x="258064" y="104267"/>
                </a:lnTo>
                <a:lnTo>
                  <a:pt x="258191" y="115062"/>
                </a:lnTo>
                <a:lnTo>
                  <a:pt x="258445" y="115443"/>
                </a:lnTo>
                <a:lnTo>
                  <a:pt x="258699" y="115697"/>
                </a:lnTo>
                <a:lnTo>
                  <a:pt x="259079" y="115951"/>
                </a:lnTo>
                <a:lnTo>
                  <a:pt x="259715" y="116205"/>
                </a:lnTo>
                <a:lnTo>
                  <a:pt x="260476" y="116586"/>
                </a:lnTo>
                <a:lnTo>
                  <a:pt x="269748" y="116586"/>
                </a:lnTo>
                <a:lnTo>
                  <a:pt x="271018" y="115951"/>
                </a:lnTo>
                <a:lnTo>
                  <a:pt x="271399" y="115697"/>
                </a:lnTo>
                <a:lnTo>
                  <a:pt x="271652" y="115443"/>
                </a:lnTo>
                <a:lnTo>
                  <a:pt x="271779" y="115062"/>
                </a:lnTo>
                <a:lnTo>
                  <a:pt x="271895" y="104267"/>
                </a:lnTo>
                <a:close/>
              </a:path>
              <a:path w="272415" h="118110">
                <a:moveTo>
                  <a:pt x="271831" y="46736"/>
                </a:moveTo>
                <a:lnTo>
                  <a:pt x="236093" y="46736"/>
                </a:lnTo>
                <a:lnTo>
                  <a:pt x="240156" y="47879"/>
                </a:lnTo>
                <a:lnTo>
                  <a:pt x="244094" y="50419"/>
                </a:lnTo>
                <a:lnTo>
                  <a:pt x="248030" y="52832"/>
                </a:lnTo>
                <a:lnTo>
                  <a:pt x="252095" y="56388"/>
                </a:lnTo>
                <a:lnTo>
                  <a:pt x="256286" y="60960"/>
                </a:lnTo>
                <a:lnTo>
                  <a:pt x="256286" y="91313"/>
                </a:lnTo>
                <a:lnTo>
                  <a:pt x="253873" y="93980"/>
                </a:lnTo>
                <a:lnTo>
                  <a:pt x="251587" y="96393"/>
                </a:lnTo>
                <a:lnTo>
                  <a:pt x="249300" y="98171"/>
                </a:lnTo>
                <a:lnTo>
                  <a:pt x="247142" y="100076"/>
                </a:lnTo>
                <a:lnTo>
                  <a:pt x="244982" y="101600"/>
                </a:lnTo>
                <a:lnTo>
                  <a:pt x="243077" y="102743"/>
                </a:lnTo>
                <a:lnTo>
                  <a:pt x="241046" y="104013"/>
                </a:lnTo>
                <a:lnTo>
                  <a:pt x="239014" y="104775"/>
                </a:lnTo>
                <a:lnTo>
                  <a:pt x="234251" y="106045"/>
                </a:lnTo>
                <a:lnTo>
                  <a:pt x="256233" y="106045"/>
                </a:lnTo>
                <a:lnTo>
                  <a:pt x="258064" y="104267"/>
                </a:lnTo>
                <a:lnTo>
                  <a:pt x="271895" y="104267"/>
                </a:lnTo>
                <a:lnTo>
                  <a:pt x="271831" y="46736"/>
                </a:lnTo>
                <a:close/>
              </a:path>
              <a:path w="272415" h="118110">
                <a:moveTo>
                  <a:pt x="270764" y="381"/>
                </a:moveTo>
                <a:lnTo>
                  <a:pt x="257301" y="381"/>
                </a:lnTo>
                <a:lnTo>
                  <a:pt x="256794" y="762"/>
                </a:lnTo>
                <a:lnTo>
                  <a:pt x="256667" y="1143"/>
                </a:lnTo>
                <a:lnTo>
                  <a:pt x="256413" y="1397"/>
                </a:lnTo>
                <a:lnTo>
                  <a:pt x="256286" y="46228"/>
                </a:lnTo>
                <a:lnTo>
                  <a:pt x="271830" y="46228"/>
                </a:lnTo>
                <a:lnTo>
                  <a:pt x="271779" y="1397"/>
                </a:lnTo>
                <a:lnTo>
                  <a:pt x="271525" y="1143"/>
                </a:lnTo>
                <a:lnTo>
                  <a:pt x="271272" y="762"/>
                </a:lnTo>
                <a:lnTo>
                  <a:pt x="270764" y="381"/>
                </a:lnTo>
                <a:close/>
              </a:path>
              <a:path w="272415" h="118110">
                <a:moveTo>
                  <a:pt x="269621" y="0"/>
                </a:moveTo>
                <a:lnTo>
                  <a:pt x="258572" y="0"/>
                </a:lnTo>
                <a:lnTo>
                  <a:pt x="257619" y="381"/>
                </a:lnTo>
                <a:lnTo>
                  <a:pt x="270573" y="381"/>
                </a:lnTo>
                <a:lnTo>
                  <a:pt x="269621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772015" y="3673475"/>
            <a:ext cx="745224" cy="11836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581492" y="3680967"/>
            <a:ext cx="140102" cy="10960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947409" y="3937253"/>
            <a:ext cx="761745" cy="112141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6779006" y="3965066"/>
            <a:ext cx="146685" cy="12700"/>
          </a:xfrm>
          <a:custGeom>
            <a:avLst/>
            <a:gdLst/>
            <a:ahLst/>
            <a:cxnLst/>
            <a:rect l="l" t="t" r="r" b="b"/>
            <a:pathLst>
              <a:path w="146684" h="12700">
                <a:moveTo>
                  <a:pt x="144145" y="0"/>
                </a:moveTo>
                <a:lnTo>
                  <a:pt x="2667" y="0"/>
                </a:lnTo>
                <a:lnTo>
                  <a:pt x="1650" y="508"/>
                </a:lnTo>
                <a:lnTo>
                  <a:pt x="380" y="2412"/>
                </a:lnTo>
                <a:lnTo>
                  <a:pt x="0" y="3937"/>
                </a:lnTo>
                <a:lnTo>
                  <a:pt x="0" y="8382"/>
                </a:lnTo>
                <a:lnTo>
                  <a:pt x="380" y="10033"/>
                </a:lnTo>
                <a:lnTo>
                  <a:pt x="1904" y="11811"/>
                </a:lnTo>
                <a:lnTo>
                  <a:pt x="2794" y="12319"/>
                </a:lnTo>
                <a:lnTo>
                  <a:pt x="144018" y="12319"/>
                </a:lnTo>
                <a:lnTo>
                  <a:pt x="144779" y="11811"/>
                </a:lnTo>
                <a:lnTo>
                  <a:pt x="146303" y="10033"/>
                </a:lnTo>
                <a:lnTo>
                  <a:pt x="146558" y="8382"/>
                </a:lnTo>
                <a:lnTo>
                  <a:pt x="146558" y="6096"/>
                </a:lnTo>
                <a:lnTo>
                  <a:pt x="146558" y="3937"/>
                </a:lnTo>
                <a:lnTo>
                  <a:pt x="146303" y="2412"/>
                </a:lnTo>
                <a:lnTo>
                  <a:pt x="144907" y="508"/>
                </a:lnTo>
                <a:lnTo>
                  <a:pt x="144145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000493" y="3902075"/>
            <a:ext cx="542035" cy="1183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607681" y="3902455"/>
            <a:ext cx="981455" cy="11798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55684" y="3937253"/>
            <a:ext cx="322072" cy="8318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050273" y="3902455"/>
            <a:ext cx="534289" cy="11798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652507" y="3907154"/>
            <a:ext cx="549656" cy="14236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937884" y="4120641"/>
            <a:ext cx="728090" cy="11925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934455" y="4538853"/>
            <a:ext cx="642366" cy="17538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637104" y="4528820"/>
            <a:ext cx="1293410" cy="14922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939916" y="4968621"/>
            <a:ext cx="1699767" cy="11861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718911" y="4968621"/>
            <a:ext cx="599461" cy="11861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384285" y="4967859"/>
            <a:ext cx="770763" cy="14211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220581" y="4976495"/>
            <a:ext cx="242824" cy="10934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536810" y="4975225"/>
            <a:ext cx="703453" cy="14071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949315" y="5196204"/>
            <a:ext cx="896746" cy="13919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911720" y="5196078"/>
            <a:ext cx="619505" cy="11061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608951" y="5187315"/>
            <a:ext cx="892175" cy="11938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561323" y="5194680"/>
            <a:ext cx="506729" cy="13436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137142" y="5194680"/>
            <a:ext cx="168401" cy="11201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371583" y="5217033"/>
            <a:ext cx="83693" cy="7886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517506" y="5187315"/>
            <a:ext cx="1132459" cy="11938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941948" y="5416677"/>
            <a:ext cx="632332" cy="14732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644640" y="5415915"/>
            <a:ext cx="1302765" cy="148462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8017256" y="5417058"/>
            <a:ext cx="272415" cy="118745"/>
          </a:xfrm>
          <a:custGeom>
            <a:avLst/>
            <a:gdLst/>
            <a:ahLst/>
            <a:cxnLst/>
            <a:rect l="l" t="t" r="r" b="b"/>
            <a:pathLst>
              <a:path w="272415" h="118745">
                <a:moveTo>
                  <a:pt x="65763" y="46228"/>
                </a:moveTo>
                <a:lnTo>
                  <a:pt x="38353" y="46228"/>
                </a:lnTo>
                <a:lnTo>
                  <a:pt x="42417" y="46736"/>
                </a:lnTo>
                <a:lnTo>
                  <a:pt x="41804" y="46736"/>
                </a:lnTo>
                <a:lnTo>
                  <a:pt x="46630" y="48260"/>
                </a:lnTo>
                <a:lnTo>
                  <a:pt x="46453" y="48260"/>
                </a:lnTo>
                <a:lnTo>
                  <a:pt x="48260" y="49276"/>
                </a:lnTo>
                <a:lnTo>
                  <a:pt x="51308" y="52324"/>
                </a:lnTo>
                <a:lnTo>
                  <a:pt x="52369" y="53975"/>
                </a:lnTo>
                <a:lnTo>
                  <a:pt x="52450" y="54102"/>
                </a:lnTo>
                <a:lnTo>
                  <a:pt x="53086" y="56388"/>
                </a:lnTo>
                <a:lnTo>
                  <a:pt x="53867" y="58801"/>
                </a:lnTo>
                <a:lnTo>
                  <a:pt x="54228" y="61214"/>
                </a:lnTo>
                <a:lnTo>
                  <a:pt x="54228" y="69977"/>
                </a:lnTo>
                <a:lnTo>
                  <a:pt x="35941" y="69977"/>
                </a:lnTo>
                <a:lnTo>
                  <a:pt x="29972" y="70485"/>
                </a:lnTo>
                <a:lnTo>
                  <a:pt x="0" y="90932"/>
                </a:lnTo>
                <a:lnTo>
                  <a:pt x="0" y="98806"/>
                </a:lnTo>
                <a:lnTo>
                  <a:pt x="640" y="101473"/>
                </a:lnTo>
                <a:lnTo>
                  <a:pt x="762" y="101981"/>
                </a:lnTo>
                <a:lnTo>
                  <a:pt x="24892" y="118237"/>
                </a:lnTo>
                <a:lnTo>
                  <a:pt x="34544" y="118237"/>
                </a:lnTo>
                <a:lnTo>
                  <a:pt x="39370" y="117221"/>
                </a:lnTo>
                <a:lnTo>
                  <a:pt x="43815" y="115189"/>
                </a:lnTo>
                <a:lnTo>
                  <a:pt x="48387" y="113284"/>
                </a:lnTo>
                <a:lnTo>
                  <a:pt x="52577" y="110490"/>
                </a:lnTo>
                <a:lnTo>
                  <a:pt x="55988" y="107315"/>
                </a:lnTo>
                <a:lnTo>
                  <a:pt x="26797" y="107315"/>
                </a:lnTo>
                <a:lnTo>
                  <a:pt x="22987" y="106172"/>
                </a:lnTo>
                <a:lnTo>
                  <a:pt x="20193" y="103886"/>
                </a:lnTo>
                <a:lnTo>
                  <a:pt x="17399" y="101473"/>
                </a:lnTo>
                <a:lnTo>
                  <a:pt x="16001" y="98425"/>
                </a:lnTo>
                <a:lnTo>
                  <a:pt x="16001" y="92202"/>
                </a:lnTo>
                <a:lnTo>
                  <a:pt x="36575" y="80010"/>
                </a:lnTo>
                <a:lnTo>
                  <a:pt x="69596" y="80010"/>
                </a:lnTo>
                <a:lnTo>
                  <a:pt x="69596" y="58801"/>
                </a:lnTo>
                <a:lnTo>
                  <a:pt x="69088" y="54737"/>
                </a:lnTo>
                <a:lnTo>
                  <a:pt x="67818" y="51181"/>
                </a:lnTo>
                <a:lnTo>
                  <a:pt x="66675" y="47625"/>
                </a:lnTo>
                <a:lnTo>
                  <a:pt x="65763" y="46228"/>
                </a:lnTo>
                <a:close/>
              </a:path>
              <a:path w="272415" h="118745">
                <a:moveTo>
                  <a:pt x="67691" y="116713"/>
                </a:moveTo>
                <a:lnTo>
                  <a:pt x="58039" y="116713"/>
                </a:lnTo>
                <a:lnTo>
                  <a:pt x="59054" y="116840"/>
                </a:lnTo>
                <a:lnTo>
                  <a:pt x="66801" y="116840"/>
                </a:lnTo>
                <a:lnTo>
                  <a:pt x="67691" y="116713"/>
                </a:lnTo>
                <a:close/>
              </a:path>
              <a:path w="272415" h="118745">
                <a:moveTo>
                  <a:pt x="69596" y="107061"/>
                </a:moveTo>
                <a:lnTo>
                  <a:pt x="56261" y="107061"/>
                </a:lnTo>
                <a:lnTo>
                  <a:pt x="56261" y="115189"/>
                </a:lnTo>
                <a:lnTo>
                  <a:pt x="56451" y="115570"/>
                </a:lnTo>
                <a:lnTo>
                  <a:pt x="56515" y="115697"/>
                </a:lnTo>
                <a:lnTo>
                  <a:pt x="56896" y="116078"/>
                </a:lnTo>
                <a:lnTo>
                  <a:pt x="57742" y="116713"/>
                </a:lnTo>
                <a:lnTo>
                  <a:pt x="67987" y="116713"/>
                </a:lnTo>
                <a:lnTo>
                  <a:pt x="69342" y="115697"/>
                </a:lnTo>
                <a:lnTo>
                  <a:pt x="69596" y="115189"/>
                </a:lnTo>
                <a:lnTo>
                  <a:pt x="69596" y="107061"/>
                </a:lnTo>
                <a:close/>
              </a:path>
              <a:path w="272415" h="118745">
                <a:moveTo>
                  <a:pt x="69596" y="80010"/>
                </a:moveTo>
                <a:lnTo>
                  <a:pt x="54228" y="80010"/>
                </a:lnTo>
                <a:lnTo>
                  <a:pt x="54228" y="96012"/>
                </a:lnTo>
                <a:lnTo>
                  <a:pt x="50292" y="99822"/>
                </a:lnTo>
                <a:lnTo>
                  <a:pt x="46736" y="102743"/>
                </a:lnTo>
                <a:lnTo>
                  <a:pt x="43179" y="104521"/>
                </a:lnTo>
                <a:lnTo>
                  <a:pt x="39750" y="106426"/>
                </a:lnTo>
                <a:lnTo>
                  <a:pt x="35941" y="107315"/>
                </a:lnTo>
                <a:lnTo>
                  <a:pt x="55988" y="107315"/>
                </a:lnTo>
                <a:lnTo>
                  <a:pt x="56261" y="107061"/>
                </a:lnTo>
                <a:lnTo>
                  <a:pt x="69596" y="107061"/>
                </a:lnTo>
                <a:lnTo>
                  <a:pt x="69596" y="80010"/>
                </a:lnTo>
                <a:close/>
              </a:path>
              <a:path w="272415" h="118745">
                <a:moveTo>
                  <a:pt x="42291" y="35052"/>
                </a:moveTo>
                <a:lnTo>
                  <a:pt x="32893" y="35052"/>
                </a:lnTo>
                <a:lnTo>
                  <a:pt x="29718" y="35306"/>
                </a:lnTo>
                <a:lnTo>
                  <a:pt x="10541" y="40513"/>
                </a:lnTo>
                <a:lnTo>
                  <a:pt x="8382" y="41529"/>
                </a:lnTo>
                <a:lnTo>
                  <a:pt x="4445" y="45466"/>
                </a:lnTo>
                <a:lnTo>
                  <a:pt x="4445" y="51689"/>
                </a:lnTo>
                <a:lnTo>
                  <a:pt x="4699" y="52324"/>
                </a:lnTo>
                <a:lnTo>
                  <a:pt x="5016" y="52832"/>
                </a:lnTo>
                <a:lnTo>
                  <a:pt x="5207" y="53213"/>
                </a:lnTo>
                <a:lnTo>
                  <a:pt x="5588" y="53594"/>
                </a:lnTo>
                <a:lnTo>
                  <a:pt x="5969" y="53721"/>
                </a:lnTo>
                <a:lnTo>
                  <a:pt x="6350" y="53975"/>
                </a:lnTo>
                <a:lnTo>
                  <a:pt x="6730" y="54102"/>
                </a:lnTo>
                <a:lnTo>
                  <a:pt x="8000" y="54102"/>
                </a:lnTo>
                <a:lnTo>
                  <a:pt x="9144" y="53721"/>
                </a:lnTo>
                <a:lnTo>
                  <a:pt x="10668" y="52832"/>
                </a:lnTo>
                <a:lnTo>
                  <a:pt x="14224" y="51181"/>
                </a:lnTo>
                <a:lnTo>
                  <a:pt x="16510" y="50165"/>
                </a:lnTo>
                <a:lnTo>
                  <a:pt x="21463" y="48260"/>
                </a:lnTo>
                <a:lnTo>
                  <a:pt x="27559" y="46736"/>
                </a:lnTo>
                <a:lnTo>
                  <a:pt x="30988" y="46228"/>
                </a:lnTo>
                <a:lnTo>
                  <a:pt x="65763" y="46228"/>
                </a:lnTo>
                <a:lnTo>
                  <a:pt x="64770" y="44704"/>
                </a:lnTo>
                <a:lnTo>
                  <a:pt x="59436" y="39878"/>
                </a:lnTo>
                <a:lnTo>
                  <a:pt x="56007" y="38100"/>
                </a:lnTo>
                <a:lnTo>
                  <a:pt x="51689" y="36830"/>
                </a:lnTo>
                <a:lnTo>
                  <a:pt x="47498" y="35687"/>
                </a:lnTo>
                <a:lnTo>
                  <a:pt x="42291" y="35052"/>
                </a:lnTo>
                <a:close/>
              </a:path>
              <a:path w="272415" h="118745">
                <a:moveTo>
                  <a:pt x="112141" y="116586"/>
                </a:moveTo>
                <a:lnTo>
                  <a:pt x="100838" y="116586"/>
                </a:lnTo>
                <a:lnTo>
                  <a:pt x="101726" y="116840"/>
                </a:lnTo>
                <a:lnTo>
                  <a:pt x="111378" y="116840"/>
                </a:lnTo>
                <a:lnTo>
                  <a:pt x="112141" y="116586"/>
                </a:lnTo>
                <a:close/>
              </a:path>
              <a:path w="272415" h="118745">
                <a:moveTo>
                  <a:pt x="169545" y="116586"/>
                </a:moveTo>
                <a:lnTo>
                  <a:pt x="158369" y="116586"/>
                </a:lnTo>
                <a:lnTo>
                  <a:pt x="159130" y="116840"/>
                </a:lnTo>
                <a:lnTo>
                  <a:pt x="168783" y="116840"/>
                </a:lnTo>
                <a:lnTo>
                  <a:pt x="169545" y="116586"/>
                </a:lnTo>
                <a:close/>
              </a:path>
              <a:path w="272415" h="118745">
                <a:moveTo>
                  <a:pt x="108330" y="36195"/>
                </a:moveTo>
                <a:lnTo>
                  <a:pt x="103250" y="36195"/>
                </a:lnTo>
                <a:lnTo>
                  <a:pt x="100711" y="36576"/>
                </a:lnTo>
                <a:lnTo>
                  <a:pt x="100202" y="36830"/>
                </a:lnTo>
                <a:lnTo>
                  <a:pt x="99568" y="37084"/>
                </a:lnTo>
                <a:lnTo>
                  <a:pt x="99187" y="37338"/>
                </a:lnTo>
                <a:lnTo>
                  <a:pt x="99060" y="37719"/>
                </a:lnTo>
                <a:lnTo>
                  <a:pt x="98805" y="37973"/>
                </a:lnTo>
                <a:lnTo>
                  <a:pt x="98805" y="115316"/>
                </a:lnTo>
                <a:lnTo>
                  <a:pt x="99060" y="115570"/>
                </a:lnTo>
                <a:lnTo>
                  <a:pt x="99314" y="115951"/>
                </a:lnTo>
                <a:lnTo>
                  <a:pt x="99695" y="116205"/>
                </a:lnTo>
                <a:lnTo>
                  <a:pt x="100647" y="116586"/>
                </a:lnTo>
                <a:lnTo>
                  <a:pt x="112331" y="116586"/>
                </a:lnTo>
                <a:lnTo>
                  <a:pt x="113284" y="116205"/>
                </a:lnTo>
                <a:lnTo>
                  <a:pt x="113665" y="115951"/>
                </a:lnTo>
                <a:lnTo>
                  <a:pt x="113919" y="115570"/>
                </a:lnTo>
                <a:lnTo>
                  <a:pt x="114173" y="115316"/>
                </a:lnTo>
                <a:lnTo>
                  <a:pt x="114300" y="61595"/>
                </a:lnTo>
                <a:lnTo>
                  <a:pt x="118491" y="56769"/>
                </a:lnTo>
                <a:lnTo>
                  <a:pt x="122682" y="53213"/>
                </a:lnTo>
                <a:lnTo>
                  <a:pt x="126492" y="50800"/>
                </a:lnTo>
                <a:lnTo>
                  <a:pt x="129641" y="48768"/>
                </a:lnTo>
                <a:lnTo>
                  <a:pt x="112775" y="48768"/>
                </a:lnTo>
                <a:lnTo>
                  <a:pt x="112649" y="37973"/>
                </a:lnTo>
                <a:lnTo>
                  <a:pt x="112395" y="37719"/>
                </a:lnTo>
                <a:lnTo>
                  <a:pt x="112268" y="37338"/>
                </a:lnTo>
                <a:lnTo>
                  <a:pt x="111887" y="37084"/>
                </a:lnTo>
                <a:lnTo>
                  <a:pt x="110871" y="36576"/>
                </a:lnTo>
                <a:lnTo>
                  <a:pt x="110998" y="36576"/>
                </a:lnTo>
                <a:lnTo>
                  <a:pt x="108330" y="36195"/>
                </a:lnTo>
                <a:close/>
              </a:path>
              <a:path w="272415" h="118745">
                <a:moveTo>
                  <a:pt x="167177" y="46990"/>
                </a:moveTo>
                <a:lnTo>
                  <a:pt x="141224" y="46990"/>
                </a:lnTo>
                <a:lnTo>
                  <a:pt x="143891" y="47498"/>
                </a:lnTo>
                <a:lnTo>
                  <a:pt x="148463" y="49530"/>
                </a:lnTo>
                <a:lnTo>
                  <a:pt x="156337" y="115316"/>
                </a:lnTo>
                <a:lnTo>
                  <a:pt x="156591" y="115570"/>
                </a:lnTo>
                <a:lnTo>
                  <a:pt x="156845" y="115951"/>
                </a:lnTo>
                <a:lnTo>
                  <a:pt x="157225" y="116205"/>
                </a:lnTo>
                <a:lnTo>
                  <a:pt x="157988" y="116586"/>
                </a:lnTo>
                <a:lnTo>
                  <a:pt x="169925" y="116586"/>
                </a:lnTo>
                <a:lnTo>
                  <a:pt x="170688" y="116205"/>
                </a:lnTo>
                <a:lnTo>
                  <a:pt x="171069" y="115951"/>
                </a:lnTo>
                <a:lnTo>
                  <a:pt x="171323" y="115570"/>
                </a:lnTo>
                <a:lnTo>
                  <a:pt x="171576" y="115316"/>
                </a:lnTo>
                <a:lnTo>
                  <a:pt x="171552" y="61595"/>
                </a:lnTo>
                <a:lnTo>
                  <a:pt x="167386" y="47244"/>
                </a:lnTo>
                <a:lnTo>
                  <a:pt x="167177" y="46990"/>
                </a:lnTo>
                <a:close/>
              </a:path>
              <a:path w="272415" h="118745">
                <a:moveTo>
                  <a:pt x="147066" y="35052"/>
                </a:moveTo>
                <a:lnTo>
                  <a:pt x="136525" y="35052"/>
                </a:lnTo>
                <a:lnTo>
                  <a:pt x="131238" y="36195"/>
                </a:lnTo>
                <a:lnTo>
                  <a:pt x="131557" y="36195"/>
                </a:lnTo>
                <a:lnTo>
                  <a:pt x="127000" y="38354"/>
                </a:lnTo>
                <a:lnTo>
                  <a:pt x="122300" y="40513"/>
                </a:lnTo>
                <a:lnTo>
                  <a:pt x="117601" y="44069"/>
                </a:lnTo>
                <a:lnTo>
                  <a:pt x="112775" y="48768"/>
                </a:lnTo>
                <a:lnTo>
                  <a:pt x="129641" y="48768"/>
                </a:lnTo>
                <a:lnTo>
                  <a:pt x="130428" y="48260"/>
                </a:lnTo>
                <a:lnTo>
                  <a:pt x="134366" y="46990"/>
                </a:lnTo>
                <a:lnTo>
                  <a:pt x="167177" y="46990"/>
                </a:lnTo>
                <a:lnTo>
                  <a:pt x="162687" y="41529"/>
                </a:lnTo>
                <a:lnTo>
                  <a:pt x="159512" y="39243"/>
                </a:lnTo>
                <a:lnTo>
                  <a:pt x="155995" y="37719"/>
                </a:lnTo>
                <a:lnTo>
                  <a:pt x="151765" y="35814"/>
                </a:lnTo>
                <a:lnTo>
                  <a:pt x="147066" y="35052"/>
                </a:lnTo>
                <a:close/>
              </a:path>
              <a:path w="272415" h="118745">
                <a:moveTo>
                  <a:pt x="235458" y="35052"/>
                </a:moveTo>
                <a:lnTo>
                  <a:pt x="224536" y="35052"/>
                </a:lnTo>
                <a:lnTo>
                  <a:pt x="219328" y="36068"/>
                </a:lnTo>
                <a:lnTo>
                  <a:pt x="196342" y="59944"/>
                </a:lnTo>
                <a:lnTo>
                  <a:pt x="194691" y="65151"/>
                </a:lnTo>
                <a:lnTo>
                  <a:pt x="193928" y="71120"/>
                </a:lnTo>
                <a:lnTo>
                  <a:pt x="193990" y="83566"/>
                </a:lnTo>
                <a:lnTo>
                  <a:pt x="194564" y="88265"/>
                </a:lnTo>
                <a:lnTo>
                  <a:pt x="222250" y="118237"/>
                </a:lnTo>
                <a:lnTo>
                  <a:pt x="234188" y="118237"/>
                </a:lnTo>
                <a:lnTo>
                  <a:pt x="238874" y="117094"/>
                </a:lnTo>
                <a:lnTo>
                  <a:pt x="239141" y="117094"/>
                </a:lnTo>
                <a:lnTo>
                  <a:pt x="249047" y="112141"/>
                </a:lnTo>
                <a:lnTo>
                  <a:pt x="253619" y="108839"/>
                </a:lnTo>
                <a:lnTo>
                  <a:pt x="256233" y="106299"/>
                </a:lnTo>
                <a:lnTo>
                  <a:pt x="227075" y="106299"/>
                </a:lnTo>
                <a:lnTo>
                  <a:pt x="223647" y="105410"/>
                </a:lnTo>
                <a:lnTo>
                  <a:pt x="218313" y="102108"/>
                </a:lnTo>
                <a:lnTo>
                  <a:pt x="216153" y="99822"/>
                </a:lnTo>
                <a:lnTo>
                  <a:pt x="214502" y="96901"/>
                </a:lnTo>
                <a:lnTo>
                  <a:pt x="212927" y="94234"/>
                </a:lnTo>
                <a:lnTo>
                  <a:pt x="212851" y="94107"/>
                </a:lnTo>
                <a:lnTo>
                  <a:pt x="211709" y="90932"/>
                </a:lnTo>
                <a:lnTo>
                  <a:pt x="210439" y="83566"/>
                </a:lnTo>
                <a:lnTo>
                  <a:pt x="210058" y="79883"/>
                </a:lnTo>
                <a:lnTo>
                  <a:pt x="210058" y="72517"/>
                </a:lnTo>
                <a:lnTo>
                  <a:pt x="221742" y="49530"/>
                </a:lnTo>
                <a:lnTo>
                  <a:pt x="224536" y="47752"/>
                </a:lnTo>
                <a:lnTo>
                  <a:pt x="227838" y="46990"/>
                </a:lnTo>
                <a:lnTo>
                  <a:pt x="271907" y="46990"/>
                </a:lnTo>
                <a:lnTo>
                  <a:pt x="271907" y="46482"/>
                </a:lnTo>
                <a:lnTo>
                  <a:pt x="256286" y="46482"/>
                </a:lnTo>
                <a:lnTo>
                  <a:pt x="252357" y="42799"/>
                </a:lnTo>
                <a:lnTo>
                  <a:pt x="248342" y="40005"/>
                </a:lnTo>
                <a:lnTo>
                  <a:pt x="244094" y="37973"/>
                </a:lnTo>
                <a:lnTo>
                  <a:pt x="240283" y="36068"/>
                </a:lnTo>
                <a:lnTo>
                  <a:pt x="240683" y="36068"/>
                </a:lnTo>
                <a:lnTo>
                  <a:pt x="235458" y="35052"/>
                </a:lnTo>
                <a:close/>
              </a:path>
              <a:path w="272415" h="118745">
                <a:moveTo>
                  <a:pt x="271907" y="104521"/>
                </a:moveTo>
                <a:lnTo>
                  <a:pt x="258064" y="104521"/>
                </a:lnTo>
                <a:lnTo>
                  <a:pt x="258191" y="115316"/>
                </a:lnTo>
                <a:lnTo>
                  <a:pt x="258445" y="115697"/>
                </a:lnTo>
                <a:lnTo>
                  <a:pt x="258699" y="115951"/>
                </a:lnTo>
                <a:lnTo>
                  <a:pt x="259079" y="116205"/>
                </a:lnTo>
                <a:lnTo>
                  <a:pt x="259715" y="116459"/>
                </a:lnTo>
                <a:lnTo>
                  <a:pt x="260223" y="116713"/>
                </a:lnTo>
                <a:lnTo>
                  <a:pt x="270001" y="116713"/>
                </a:lnTo>
                <a:lnTo>
                  <a:pt x="271018" y="116205"/>
                </a:lnTo>
                <a:lnTo>
                  <a:pt x="271399" y="115951"/>
                </a:lnTo>
                <a:lnTo>
                  <a:pt x="271652" y="115697"/>
                </a:lnTo>
                <a:lnTo>
                  <a:pt x="271907" y="114935"/>
                </a:lnTo>
                <a:lnTo>
                  <a:pt x="271907" y="104521"/>
                </a:lnTo>
                <a:close/>
              </a:path>
              <a:path w="272415" h="118745">
                <a:moveTo>
                  <a:pt x="271907" y="46990"/>
                </a:moveTo>
                <a:lnTo>
                  <a:pt x="236093" y="46990"/>
                </a:lnTo>
                <a:lnTo>
                  <a:pt x="240157" y="48133"/>
                </a:lnTo>
                <a:lnTo>
                  <a:pt x="244094" y="50673"/>
                </a:lnTo>
                <a:lnTo>
                  <a:pt x="248030" y="53086"/>
                </a:lnTo>
                <a:lnTo>
                  <a:pt x="252095" y="56642"/>
                </a:lnTo>
                <a:lnTo>
                  <a:pt x="256286" y="61214"/>
                </a:lnTo>
                <a:lnTo>
                  <a:pt x="256286" y="91567"/>
                </a:lnTo>
                <a:lnTo>
                  <a:pt x="253987" y="94107"/>
                </a:lnTo>
                <a:lnTo>
                  <a:pt x="251587" y="96647"/>
                </a:lnTo>
                <a:lnTo>
                  <a:pt x="249300" y="98425"/>
                </a:lnTo>
                <a:lnTo>
                  <a:pt x="247142" y="100330"/>
                </a:lnTo>
                <a:lnTo>
                  <a:pt x="244983" y="101854"/>
                </a:lnTo>
                <a:lnTo>
                  <a:pt x="243077" y="102997"/>
                </a:lnTo>
                <a:lnTo>
                  <a:pt x="241046" y="104267"/>
                </a:lnTo>
                <a:lnTo>
                  <a:pt x="239014" y="105029"/>
                </a:lnTo>
                <a:lnTo>
                  <a:pt x="235203" y="106045"/>
                </a:lnTo>
                <a:lnTo>
                  <a:pt x="233172" y="106299"/>
                </a:lnTo>
                <a:lnTo>
                  <a:pt x="256233" y="106299"/>
                </a:lnTo>
                <a:lnTo>
                  <a:pt x="258064" y="104521"/>
                </a:lnTo>
                <a:lnTo>
                  <a:pt x="271907" y="104521"/>
                </a:lnTo>
                <a:lnTo>
                  <a:pt x="271907" y="46990"/>
                </a:lnTo>
                <a:close/>
              </a:path>
              <a:path w="272415" h="118745">
                <a:moveTo>
                  <a:pt x="270764" y="635"/>
                </a:moveTo>
                <a:lnTo>
                  <a:pt x="257301" y="635"/>
                </a:lnTo>
                <a:lnTo>
                  <a:pt x="256794" y="1016"/>
                </a:lnTo>
                <a:lnTo>
                  <a:pt x="256667" y="1397"/>
                </a:lnTo>
                <a:lnTo>
                  <a:pt x="256413" y="1651"/>
                </a:lnTo>
                <a:lnTo>
                  <a:pt x="256286" y="46482"/>
                </a:lnTo>
                <a:lnTo>
                  <a:pt x="271907" y="46482"/>
                </a:lnTo>
                <a:lnTo>
                  <a:pt x="271907" y="2032"/>
                </a:lnTo>
                <a:lnTo>
                  <a:pt x="271779" y="1651"/>
                </a:lnTo>
                <a:lnTo>
                  <a:pt x="271525" y="1397"/>
                </a:lnTo>
                <a:lnTo>
                  <a:pt x="271272" y="1016"/>
                </a:lnTo>
                <a:lnTo>
                  <a:pt x="270764" y="635"/>
                </a:lnTo>
                <a:close/>
              </a:path>
              <a:path w="272415" h="118745">
                <a:moveTo>
                  <a:pt x="260350" y="0"/>
                </a:moveTo>
                <a:lnTo>
                  <a:pt x="260096" y="0"/>
                </a:lnTo>
                <a:lnTo>
                  <a:pt x="258572" y="254"/>
                </a:lnTo>
                <a:lnTo>
                  <a:pt x="257619" y="635"/>
                </a:lnTo>
                <a:lnTo>
                  <a:pt x="270573" y="635"/>
                </a:lnTo>
                <a:lnTo>
                  <a:pt x="269621" y="254"/>
                </a:lnTo>
                <a:lnTo>
                  <a:pt x="258318" y="254"/>
                </a:lnTo>
                <a:lnTo>
                  <a:pt x="260350" y="0"/>
                </a:lnTo>
                <a:close/>
              </a:path>
              <a:path w="272415" h="118745">
                <a:moveTo>
                  <a:pt x="267843" y="0"/>
                </a:moveTo>
                <a:lnTo>
                  <a:pt x="260350" y="0"/>
                </a:lnTo>
                <a:lnTo>
                  <a:pt x="258318" y="254"/>
                </a:lnTo>
                <a:lnTo>
                  <a:pt x="269874" y="254"/>
                </a:lnTo>
                <a:lnTo>
                  <a:pt x="267843" y="0"/>
                </a:lnTo>
                <a:close/>
              </a:path>
              <a:path w="272415" h="118745">
                <a:moveTo>
                  <a:pt x="268096" y="0"/>
                </a:moveTo>
                <a:lnTo>
                  <a:pt x="267843" y="0"/>
                </a:lnTo>
                <a:lnTo>
                  <a:pt x="269874" y="254"/>
                </a:lnTo>
                <a:lnTo>
                  <a:pt x="269621" y="254"/>
                </a:lnTo>
                <a:lnTo>
                  <a:pt x="268096" y="0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358505" y="5415915"/>
            <a:ext cx="1434338" cy="119380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9852659" y="5410200"/>
            <a:ext cx="466090" cy="147320"/>
          </a:xfrm>
          <a:custGeom>
            <a:avLst/>
            <a:gdLst/>
            <a:ahLst/>
            <a:cxnLst/>
            <a:rect l="l" t="t" r="r" b="b"/>
            <a:pathLst>
              <a:path w="466090" h="147320">
                <a:moveTo>
                  <a:pt x="57150" y="13335"/>
                </a:moveTo>
                <a:lnTo>
                  <a:pt x="45593" y="13335"/>
                </a:lnTo>
                <a:lnTo>
                  <a:pt x="37630" y="14731"/>
                </a:lnTo>
                <a:lnTo>
                  <a:pt x="38023" y="14731"/>
                </a:lnTo>
                <a:lnTo>
                  <a:pt x="25273" y="19685"/>
                </a:lnTo>
                <a:lnTo>
                  <a:pt x="3937" y="46355"/>
                </a:lnTo>
                <a:lnTo>
                  <a:pt x="1270" y="53339"/>
                </a:lnTo>
                <a:lnTo>
                  <a:pt x="0" y="61468"/>
                </a:lnTo>
                <a:lnTo>
                  <a:pt x="0" y="79248"/>
                </a:lnTo>
                <a:lnTo>
                  <a:pt x="17921" y="114935"/>
                </a:lnTo>
                <a:lnTo>
                  <a:pt x="43815" y="124841"/>
                </a:lnTo>
                <a:lnTo>
                  <a:pt x="56261" y="124841"/>
                </a:lnTo>
                <a:lnTo>
                  <a:pt x="84074" y="116331"/>
                </a:lnTo>
                <a:lnTo>
                  <a:pt x="85471" y="115569"/>
                </a:lnTo>
                <a:lnTo>
                  <a:pt x="86106" y="114935"/>
                </a:lnTo>
                <a:lnTo>
                  <a:pt x="86741" y="114426"/>
                </a:lnTo>
                <a:lnTo>
                  <a:pt x="87122" y="113918"/>
                </a:lnTo>
                <a:lnTo>
                  <a:pt x="87630" y="113156"/>
                </a:lnTo>
                <a:lnTo>
                  <a:pt x="87884" y="112649"/>
                </a:lnTo>
                <a:lnTo>
                  <a:pt x="88011" y="112141"/>
                </a:lnTo>
                <a:lnTo>
                  <a:pt x="88042" y="112013"/>
                </a:lnTo>
                <a:lnTo>
                  <a:pt x="48006" y="112013"/>
                </a:lnTo>
                <a:lnTo>
                  <a:pt x="42925" y="111125"/>
                </a:lnTo>
                <a:lnTo>
                  <a:pt x="38354" y="109219"/>
                </a:lnTo>
                <a:lnTo>
                  <a:pt x="33782" y="107442"/>
                </a:lnTo>
                <a:lnTo>
                  <a:pt x="19685" y="87883"/>
                </a:lnTo>
                <a:lnTo>
                  <a:pt x="17907" y="82676"/>
                </a:lnTo>
                <a:lnTo>
                  <a:pt x="17145" y="76581"/>
                </a:lnTo>
                <a:lnTo>
                  <a:pt x="17145" y="62737"/>
                </a:lnTo>
                <a:lnTo>
                  <a:pt x="30120" y="33655"/>
                </a:lnTo>
                <a:lnTo>
                  <a:pt x="30225" y="33527"/>
                </a:lnTo>
                <a:lnTo>
                  <a:pt x="34036" y="30733"/>
                </a:lnTo>
                <a:lnTo>
                  <a:pt x="42925" y="26924"/>
                </a:lnTo>
                <a:lnTo>
                  <a:pt x="47879" y="25907"/>
                </a:lnTo>
                <a:lnTo>
                  <a:pt x="87566" y="25907"/>
                </a:lnTo>
                <a:lnTo>
                  <a:pt x="87375" y="25526"/>
                </a:lnTo>
                <a:lnTo>
                  <a:pt x="87249" y="25018"/>
                </a:lnTo>
                <a:lnTo>
                  <a:pt x="87122" y="24511"/>
                </a:lnTo>
                <a:lnTo>
                  <a:pt x="86614" y="23749"/>
                </a:lnTo>
                <a:lnTo>
                  <a:pt x="85217" y="22351"/>
                </a:lnTo>
                <a:lnTo>
                  <a:pt x="84328" y="21717"/>
                </a:lnTo>
                <a:lnTo>
                  <a:pt x="82804" y="20700"/>
                </a:lnTo>
                <a:lnTo>
                  <a:pt x="80645" y="19557"/>
                </a:lnTo>
                <a:lnTo>
                  <a:pt x="78359" y="18287"/>
                </a:lnTo>
                <a:lnTo>
                  <a:pt x="75946" y="17272"/>
                </a:lnTo>
                <a:lnTo>
                  <a:pt x="73025" y="16382"/>
                </a:lnTo>
                <a:lnTo>
                  <a:pt x="70231" y="15493"/>
                </a:lnTo>
                <a:lnTo>
                  <a:pt x="67183" y="14731"/>
                </a:lnTo>
                <a:lnTo>
                  <a:pt x="63881" y="14224"/>
                </a:lnTo>
                <a:lnTo>
                  <a:pt x="60579" y="13588"/>
                </a:lnTo>
                <a:lnTo>
                  <a:pt x="57150" y="13335"/>
                </a:lnTo>
                <a:close/>
              </a:path>
              <a:path w="466090" h="147320">
                <a:moveTo>
                  <a:pt x="86741" y="101726"/>
                </a:moveTo>
                <a:lnTo>
                  <a:pt x="84963" y="101726"/>
                </a:lnTo>
                <a:lnTo>
                  <a:pt x="83487" y="102362"/>
                </a:lnTo>
                <a:lnTo>
                  <a:pt x="78359" y="105537"/>
                </a:lnTo>
                <a:lnTo>
                  <a:pt x="75819" y="106806"/>
                </a:lnTo>
                <a:lnTo>
                  <a:pt x="73279" y="108204"/>
                </a:lnTo>
                <a:lnTo>
                  <a:pt x="70104" y="109347"/>
                </a:lnTo>
                <a:lnTo>
                  <a:pt x="66548" y="110362"/>
                </a:lnTo>
                <a:lnTo>
                  <a:pt x="62455" y="111632"/>
                </a:lnTo>
                <a:lnTo>
                  <a:pt x="61817" y="111632"/>
                </a:lnTo>
                <a:lnTo>
                  <a:pt x="58674" y="112013"/>
                </a:lnTo>
                <a:lnTo>
                  <a:pt x="88042" y="112013"/>
                </a:lnTo>
                <a:lnTo>
                  <a:pt x="88011" y="103377"/>
                </a:lnTo>
                <a:lnTo>
                  <a:pt x="87884" y="102869"/>
                </a:lnTo>
                <a:lnTo>
                  <a:pt x="87630" y="102362"/>
                </a:lnTo>
                <a:lnTo>
                  <a:pt x="87122" y="101854"/>
                </a:lnTo>
                <a:lnTo>
                  <a:pt x="86741" y="101726"/>
                </a:lnTo>
                <a:close/>
              </a:path>
              <a:path w="466090" h="147320">
                <a:moveTo>
                  <a:pt x="87566" y="25907"/>
                </a:moveTo>
                <a:lnTo>
                  <a:pt x="58293" y="25907"/>
                </a:lnTo>
                <a:lnTo>
                  <a:pt x="62611" y="26416"/>
                </a:lnTo>
                <a:lnTo>
                  <a:pt x="66167" y="27558"/>
                </a:lnTo>
                <a:lnTo>
                  <a:pt x="81280" y="34798"/>
                </a:lnTo>
                <a:lnTo>
                  <a:pt x="82931" y="35813"/>
                </a:lnTo>
                <a:lnTo>
                  <a:pt x="84074" y="36449"/>
                </a:lnTo>
                <a:lnTo>
                  <a:pt x="85852" y="36449"/>
                </a:lnTo>
                <a:lnTo>
                  <a:pt x="86233" y="36068"/>
                </a:lnTo>
                <a:lnTo>
                  <a:pt x="86614" y="35813"/>
                </a:lnTo>
                <a:lnTo>
                  <a:pt x="86995" y="35432"/>
                </a:lnTo>
                <a:lnTo>
                  <a:pt x="87249" y="34798"/>
                </a:lnTo>
                <a:lnTo>
                  <a:pt x="87503" y="34289"/>
                </a:lnTo>
                <a:lnTo>
                  <a:pt x="87566" y="25907"/>
                </a:lnTo>
                <a:close/>
              </a:path>
              <a:path w="466090" h="147320">
                <a:moveTo>
                  <a:pt x="122110" y="123570"/>
                </a:moveTo>
                <a:lnTo>
                  <a:pt x="112395" y="123570"/>
                </a:lnTo>
                <a:lnTo>
                  <a:pt x="113411" y="123698"/>
                </a:lnTo>
                <a:lnTo>
                  <a:pt x="121158" y="123698"/>
                </a:lnTo>
                <a:lnTo>
                  <a:pt x="122110" y="123570"/>
                </a:lnTo>
                <a:close/>
              </a:path>
              <a:path w="466090" h="147320">
                <a:moveTo>
                  <a:pt x="123698" y="123189"/>
                </a:moveTo>
                <a:lnTo>
                  <a:pt x="110871" y="123189"/>
                </a:lnTo>
                <a:lnTo>
                  <a:pt x="111823" y="123570"/>
                </a:lnTo>
                <a:lnTo>
                  <a:pt x="122745" y="123570"/>
                </a:lnTo>
                <a:lnTo>
                  <a:pt x="123698" y="123189"/>
                </a:lnTo>
                <a:close/>
              </a:path>
              <a:path w="466090" h="147320">
                <a:moveTo>
                  <a:pt x="122174" y="14477"/>
                </a:moveTo>
                <a:lnTo>
                  <a:pt x="112522" y="14477"/>
                </a:lnTo>
                <a:lnTo>
                  <a:pt x="111633" y="14605"/>
                </a:lnTo>
                <a:lnTo>
                  <a:pt x="110998" y="14858"/>
                </a:lnTo>
                <a:lnTo>
                  <a:pt x="110363" y="14986"/>
                </a:lnTo>
                <a:lnTo>
                  <a:pt x="109855" y="15367"/>
                </a:lnTo>
                <a:lnTo>
                  <a:pt x="109600" y="15620"/>
                </a:lnTo>
                <a:lnTo>
                  <a:pt x="109347" y="16001"/>
                </a:lnTo>
                <a:lnTo>
                  <a:pt x="109347" y="122047"/>
                </a:lnTo>
                <a:lnTo>
                  <a:pt x="109600" y="122427"/>
                </a:lnTo>
                <a:lnTo>
                  <a:pt x="109728" y="122808"/>
                </a:lnTo>
                <a:lnTo>
                  <a:pt x="110490" y="123189"/>
                </a:lnTo>
                <a:lnTo>
                  <a:pt x="124142" y="123189"/>
                </a:lnTo>
                <a:lnTo>
                  <a:pt x="124714" y="122808"/>
                </a:lnTo>
                <a:lnTo>
                  <a:pt x="125222" y="122047"/>
                </a:lnTo>
                <a:lnTo>
                  <a:pt x="125222" y="16001"/>
                </a:lnTo>
                <a:lnTo>
                  <a:pt x="124968" y="15620"/>
                </a:lnTo>
                <a:lnTo>
                  <a:pt x="124333" y="14986"/>
                </a:lnTo>
                <a:lnTo>
                  <a:pt x="123698" y="14858"/>
                </a:lnTo>
                <a:lnTo>
                  <a:pt x="123063" y="14605"/>
                </a:lnTo>
                <a:lnTo>
                  <a:pt x="122174" y="14477"/>
                </a:lnTo>
                <a:close/>
              </a:path>
              <a:path w="466090" h="147320">
                <a:moveTo>
                  <a:pt x="151193" y="146938"/>
                </a:moveTo>
                <a:lnTo>
                  <a:pt x="144907" y="146938"/>
                </a:lnTo>
                <a:lnTo>
                  <a:pt x="146304" y="147066"/>
                </a:lnTo>
                <a:lnTo>
                  <a:pt x="150241" y="147066"/>
                </a:lnTo>
                <a:lnTo>
                  <a:pt x="151193" y="146938"/>
                </a:lnTo>
                <a:close/>
              </a:path>
              <a:path w="466090" h="147320">
                <a:moveTo>
                  <a:pt x="209423" y="0"/>
                </a:moveTo>
                <a:lnTo>
                  <a:pt x="201675" y="0"/>
                </a:lnTo>
                <a:lnTo>
                  <a:pt x="200279" y="507"/>
                </a:lnTo>
                <a:lnTo>
                  <a:pt x="199263" y="1016"/>
                </a:lnTo>
                <a:lnTo>
                  <a:pt x="199072" y="1269"/>
                </a:lnTo>
                <a:lnTo>
                  <a:pt x="198712" y="1650"/>
                </a:lnTo>
                <a:lnTo>
                  <a:pt x="198374" y="1905"/>
                </a:lnTo>
                <a:lnTo>
                  <a:pt x="198120" y="2412"/>
                </a:lnTo>
                <a:lnTo>
                  <a:pt x="197866" y="3175"/>
                </a:lnTo>
                <a:lnTo>
                  <a:pt x="140843" y="142748"/>
                </a:lnTo>
                <a:lnTo>
                  <a:pt x="140462" y="143382"/>
                </a:lnTo>
                <a:lnTo>
                  <a:pt x="140589" y="145161"/>
                </a:lnTo>
                <a:lnTo>
                  <a:pt x="140970" y="145542"/>
                </a:lnTo>
                <a:lnTo>
                  <a:pt x="141478" y="145923"/>
                </a:lnTo>
                <a:lnTo>
                  <a:pt x="142113" y="146304"/>
                </a:lnTo>
                <a:lnTo>
                  <a:pt x="142875" y="146557"/>
                </a:lnTo>
                <a:lnTo>
                  <a:pt x="144399" y="146938"/>
                </a:lnTo>
                <a:lnTo>
                  <a:pt x="151383" y="146938"/>
                </a:lnTo>
                <a:lnTo>
                  <a:pt x="153670" y="146557"/>
                </a:lnTo>
                <a:lnTo>
                  <a:pt x="153225" y="146557"/>
                </a:lnTo>
                <a:lnTo>
                  <a:pt x="154178" y="146176"/>
                </a:lnTo>
                <a:lnTo>
                  <a:pt x="212979" y="4191"/>
                </a:lnTo>
                <a:lnTo>
                  <a:pt x="213360" y="3429"/>
                </a:lnTo>
                <a:lnTo>
                  <a:pt x="211327" y="507"/>
                </a:lnTo>
                <a:lnTo>
                  <a:pt x="209423" y="0"/>
                </a:lnTo>
                <a:close/>
              </a:path>
              <a:path w="466090" h="147320">
                <a:moveTo>
                  <a:pt x="281178" y="13335"/>
                </a:moveTo>
                <a:lnTo>
                  <a:pt x="269621" y="13335"/>
                </a:lnTo>
                <a:lnTo>
                  <a:pt x="261658" y="14731"/>
                </a:lnTo>
                <a:lnTo>
                  <a:pt x="262051" y="14731"/>
                </a:lnTo>
                <a:lnTo>
                  <a:pt x="249300" y="19685"/>
                </a:lnTo>
                <a:lnTo>
                  <a:pt x="227965" y="46355"/>
                </a:lnTo>
                <a:lnTo>
                  <a:pt x="225298" y="53339"/>
                </a:lnTo>
                <a:lnTo>
                  <a:pt x="224028" y="61468"/>
                </a:lnTo>
                <a:lnTo>
                  <a:pt x="224028" y="79248"/>
                </a:lnTo>
                <a:lnTo>
                  <a:pt x="241949" y="114935"/>
                </a:lnTo>
                <a:lnTo>
                  <a:pt x="267843" y="124841"/>
                </a:lnTo>
                <a:lnTo>
                  <a:pt x="280289" y="124841"/>
                </a:lnTo>
                <a:lnTo>
                  <a:pt x="308101" y="116331"/>
                </a:lnTo>
                <a:lnTo>
                  <a:pt x="309499" y="115569"/>
                </a:lnTo>
                <a:lnTo>
                  <a:pt x="310134" y="114935"/>
                </a:lnTo>
                <a:lnTo>
                  <a:pt x="310769" y="114426"/>
                </a:lnTo>
                <a:lnTo>
                  <a:pt x="311150" y="113918"/>
                </a:lnTo>
                <a:lnTo>
                  <a:pt x="311658" y="113156"/>
                </a:lnTo>
                <a:lnTo>
                  <a:pt x="311912" y="112649"/>
                </a:lnTo>
                <a:lnTo>
                  <a:pt x="312039" y="112141"/>
                </a:lnTo>
                <a:lnTo>
                  <a:pt x="312070" y="112013"/>
                </a:lnTo>
                <a:lnTo>
                  <a:pt x="272034" y="112013"/>
                </a:lnTo>
                <a:lnTo>
                  <a:pt x="266954" y="111125"/>
                </a:lnTo>
                <a:lnTo>
                  <a:pt x="262382" y="109219"/>
                </a:lnTo>
                <a:lnTo>
                  <a:pt x="257810" y="107442"/>
                </a:lnTo>
                <a:lnTo>
                  <a:pt x="243713" y="87883"/>
                </a:lnTo>
                <a:lnTo>
                  <a:pt x="241935" y="82676"/>
                </a:lnTo>
                <a:lnTo>
                  <a:pt x="241173" y="76581"/>
                </a:lnTo>
                <a:lnTo>
                  <a:pt x="241173" y="62737"/>
                </a:lnTo>
                <a:lnTo>
                  <a:pt x="254148" y="33655"/>
                </a:lnTo>
                <a:lnTo>
                  <a:pt x="254254" y="33527"/>
                </a:lnTo>
                <a:lnTo>
                  <a:pt x="258064" y="30733"/>
                </a:lnTo>
                <a:lnTo>
                  <a:pt x="266954" y="26924"/>
                </a:lnTo>
                <a:lnTo>
                  <a:pt x="271907" y="25907"/>
                </a:lnTo>
                <a:lnTo>
                  <a:pt x="311409" y="25907"/>
                </a:lnTo>
                <a:lnTo>
                  <a:pt x="311404" y="25526"/>
                </a:lnTo>
                <a:lnTo>
                  <a:pt x="304673" y="19557"/>
                </a:lnTo>
                <a:lnTo>
                  <a:pt x="302387" y="18287"/>
                </a:lnTo>
                <a:lnTo>
                  <a:pt x="299974" y="17272"/>
                </a:lnTo>
                <a:lnTo>
                  <a:pt x="297053" y="16382"/>
                </a:lnTo>
                <a:lnTo>
                  <a:pt x="294259" y="15493"/>
                </a:lnTo>
                <a:lnTo>
                  <a:pt x="291211" y="14731"/>
                </a:lnTo>
                <a:lnTo>
                  <a:pt x="287909" y="14224"/>
                </a:lnTo>
                <a:lnTo>
                  <a:pt x="284607" y="13588"/>
                </a:lnTo>
                <a:lnTo>
                  <a:pt x="281178" y="13335"/>
                </a:lnTo>
                <a:close/>
              </a:path>
              <a:path w="466090" h="147320">
                <a:moveTo>
                  <a:pt x="310769" y="101726"/>
                </a:moveTo>
                <a:lnTo>
                  <a:pt x="308991" y="101726"/>
                </a:lnTo>
                <a:lnTo>
                  <a:pt x="307515" y="102362"/>
                </a:lnTo>
                <a:lnTo>
                  <a:pt x="302387" y="105537"/>
                </a:lnTo>
                <a:lnTo>
                  <a:pt x="299847" y="106806"/>
                </a:lnTo>
                <a:lnTo>
                  <a:pt x="297307" y="108204"/>
                </a:lnTo>
                <a:lnTo>
                  <a:pt x="294132" y="109347"/>
                </a:lnTo>
                <a:lnTo>
                  <a:pt x="290575" y="110362"/>
                </a:lnTo>
                <a:lnTo>
                  <a:pt x="286483" y="111632"/>
                </a:lnTo>
                <a:lnTo>
                  <a:pt x="285845" y="111632"/>
                </a:lnTo>
                <a:lnTo>
                  <a:pt x="282701" y="112013"/>
                </a:lnTo>
                <a:lnTo>
                  <a:pt x="312070" y="112013"/>
                </a:lnTo>
                <a:lnTo>
                  <a:pt x="312039" y="103377"/>
                </a:lnTo>
                <a:lnTo>
                  <a:pt x="311912" y="102869"/>
                </a:lnTo>
                <a:lnTo>
                  <a:pt x="311658" y="102362"/>
                </a:lnTo>
                <a:lnTo>
                  <a:pt x="311150" y="101854"/>
                </a:lnTo>
                <a:lnTo>
                  <a:pt x="310769" y="101726"/>
                </a:lnTo>
                <a:close/>
              </a:path>
              <a:path w="466090" h="147320">
                <a:moveTo>
                  <a:pt x="311409" y="25907"/>
                </a:moveTo>
                <a:lnTo>
                  <a:pt x="282321" y="25907"/>
                </a:lnTo>
                <a:lnTo>
                  <a:pt x="286639" y="26416"/>
                </a:lnTo>
                <a:lnTo>
                  <a:pt x="290195" y="27558"/>
                </a:lnTo>
                <a:lnTo>
                  <a:pt x="305308" y="34798"/>
                </a:lnTo>
                <a:lnTo>
                  <a:pt x="306959" y="35813"/>
                </a:lnTo>
                <a:lnTo>
                  <a:pt x="308101" y="36449"/>
                </a:lnTo>
                <a:lnTo>
                  <a:pt x="309880" y="36449"/>
                </a:lnTo>
                <a:lnTo>
                  <a:pt x="310261" y="36068"/>
                </a:lnTo>
                <a:lnTo>
                  <a:pt x="310642" y="35813"/>
                </a:lnTo>
                <a:lnTo>
                  <a:pt x="311023" y="35432"/>
                </a:lnTo>
                <a:lnTo>
                  <a:pt x="311276" y="34798"/>
                </a:lnTo>
                <a:lnTo>
                  <a:pt x="311531" y="34289"/>
                </a:lnTo>
                <a:lnTo>
                  <a:pt x="311409" y="25907"/>
                </a:lnTo>
                <a:close/>
              </a:path>
              <a:path w="466090" h="147320">
                <a:moveTo>
                  <a:pt x="366775" y="14605"/>
                </a:moveTo>
                <a:lnTo>
                  <a:pt x="337820" y="14605"/>
                </a:lnTo>
                <a:lnTo>
                  <a:pt x="336423" y="15112"/>
                </a:lnTo>
                <a:lnTo>
                  <a:pt x="335153" y="15875"/>
                </a:lnTo>
                <a:lnTo>
                  <a:pt x="333883" y="16763"/>
                </a:lnTo>
                <a:lnTo>
                  <a:pt x="333248" y="18287"/>
                </a:lnTo>
                <a:lnTo>
                  <a:pt x="333353" y="120014"/>
                </a:lnTo>
                <a:lnTo>
                  <a:pt x="333883" y="121285"/>
                </a:lnTo>
                <a:lnTo>
                  <a:pt x="336423" y="123062"/>
                </a:lnTo>
                <a:lnTo>
                  <a:pt x="337820" y="123443"/>
                </a:lnTo>
                <a:lnTo>
                  <a:pt x="364998" y="123443"/>
                </a:lnTo>
                <a:lnTo>
                  <a:pt x="405892" y="114173"/>
                </a:lnTo>
                <a:lnTo>
                  <a:pt x="408996" y="111379"/>
                </a:lnTo>
                <a:lnTo>
                  <a:pt x="349376" y="111379"/>
                </a:lnTo>
                <a:lnTo>
                  <a:pt x="349376" y="26669"/>
                </a:lnTo>
                <a:lnTo>
                  <a:pt x="409522" y="26669"/>
                </a:lnTo>
                <a:lnTo>
                  <a:pt x="406908" y="24256"/>
                </a:lnTo>
                <a:lnTo>
                  <a:pt x="400812" y="20700"/>
                </a:lnTo>
                <a:lnTo>
                  <a:pt x="393573" y="18287"/>
                </a:lnTo>
                <a:lnTo>
                  <a:pt x="388065" y="16763"/>
                </a:lnTo>
                <a:lnTo>
                  <a:pt x="388199" y="16763"/>
                </a:lnTo>
                <a:lnTo>
                  <a:pt x="381412" y="15541"/>
                </a:lnTo>
                <a:lnTo>
                  <a:pt x="374392" y="14841"/>
                </a:lnTo>
                <a:lnTo>
                  <a:pt x="366775" y="14605"/>
                </a:lnTo>
                <a:close/>
              </a:path>
              <a:path w="466090" h="147320">
                <a:moveTo>
                  <a:pt x="409522" y="26669"/>
                </a:moveTo>
                <a:lnTo>
                  <a:pt x="374269" y="26669"/>
                </a:lnTo>
                <a:lnTo>
                  <a:pt x="381126" y="27686"/>
                </a:lnTo>
                <a:lnTo>
                  <a:pt x="386461" y="29718"/>
                </a:lnTo>
                <a:lnTo>
                  <a:pt x="391795" y="31876"/>
                </a:lnTo>
                <a:lnTo>
                  <a:pt x="396240" y="34670"/>
                </a:lnTo>
                <a:lnTo>
                  <a:pt x="399669" y="38481"/>
                </a:lnTo>
                <a:lnTo>
                  <a:pt x="403225" y="42163"/>
                </a:lnTo>
                <a:lnTo>
                  <a:pt x="405765" y="46481"/>
                </a:lnTo>
                <a:lnTo>
                  <a:pt x="409067" y="56642"/>
                </a:lnTo>
                <a:lnTo>
                  <a:pt x="409829" y="62102"/>
                </a:lnTo>
                <a:lnTo>
                  <a:pt x="409829" y="75437"/>
                </a:lnTo>
                <a:lnTo>
                  <a:pt x="380365" y="110489"/>
                </a:lnTo>
                <a:lnTo>
                  <a:pt x="373888" y="111379"/>
                </a:lnTo>
                <a:lnTo>
                  <a:pt x="408996" y="111379"/>
                </a:lnTo>
                <a:lnTo>
                  <a:pt x="410972" y="109600"/>
                </a:lnTo>
                <a:lnTo>
                  <a:pt x="416179" y="105029"/>
                </a:lnTo>
                <a:lnTo>
                  <a:pt x="420116" y="99187"/>
                </a:lnTo>
                <a:lnTo>
                  <a:pt x="422910" y="92075"/>
                </a:lnTo>
                <a:lnTo>
                  <a:pt x="425576" y="85089"/>
                </a:lnTo>
                <a:lnTo>
                  <a:pt x="426847" y="76835"/>
                </a:lnTo>
                <a:lnTo>
                  <a:pt x="426847" y="59308"/>
                </a:lnTo>
                <a:lnTo>
                  <a:pt x="425576" y="51943"/>
                </a:lnTo>
                <a:lnTo>
                  <a:pt x="423037" y="45466"/>
                </a:lnTo>
                <a:lnTo>
                  <a:pt x="420497" y="38862"/>
                </a:lnTo>
                <a:lnTo>
                  <a:pt x="416814" y="33400"/>
                </a:lnTo>
                <a:lnTo>
                  <a:pt x="409522" y="26669"/>
                </a:lnTo>
                <a:close/>
              </a:path>
              <a:path w="466090" h="147320">
                <a:moveTo>
                  <a:pt x="459486" y="104648"/>
                </a:moveTo>
                <a:lnTo>
                  <a:pt x="451866" y="104648"/>
                </a:lnTo>
                <a:lnTo>
                  <a:pt x="449199" y="105282"/>
                </a:lnTo>
                <a:lnTo>
                  <a:pt x="447675" y="106552"/>
                </a:lnTo>
                <a:lnTo>
                  <a:pt x="446278" y="107950"/>
                </a:lnTo>
                <a:lnTo>
                  <a:pt x="445516" y="110489"/>
                </a:lnTo>
                <a:lnTo>
                  <a:pt x="445516" y="118363"/>
                </a:lnTo>
                <a:lnTo>
                  <a:pt x="446278" y="121031"/>
                </a:lnTo>
                <a:lnTo>
                  <a:pt x="449072" y="123570"/>
                </a:lnTo>
                <a:lnTo>
                  <a:pt x="451739" y="124206"/>
                </a:lnTo>
                <a:lnTo>
                  <a:pt x="459359" y="124206"/>
                </a:lnTo>
                <a:lnTo>
                  <a:pt x="462025" y="123570"/>
                </a:lnTo>
                <a:lnTo>
                  <a:pt x="463550" y="122174"/>
                </a:lnTo>
                <a:lnTo>
                  <a:pt x="464921" y="121031"/>
                </a:lnTo>
                <a:lnTo>
                  <a:pt x="465678" y="118363"/>
                </a:lnTo>
                <a:lnTo>
                  <a:pt x="465709" y="110489"/>
                </a:lnTo>
                <a:lnTo>
                  <a:pt x="465105" y="107950"/>
                </a:lnTo>
                <a:lnTo>
                  <a:pt x="462153" y="105282"/>
                </a:lnTo>
                <a:lnTo>
                  <a:pt x="459486" y="104648"/>
                </a:lnTo>
                <a:close/>
              </a:path>
            </a:pathLst>
          </a:custGeom>
          <a:solidFill>
            <a:srgbClr val="EBECE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619" y="0"/>
                </a:moveTo>
                <a:lnTo>
                  <a:pt x="0" y="0"/>
                </a:lnTo>
                <a:lnTo>
                  <a:pt x="0" y="6438264"/>
                </a:lnTo>
                <a:lnTo>
                  <a:pt x="11429619" y="6438264"/>
                </a:lnTo>
                <a:lnTo>
                  <a:pt x="11429619" y="0"/>
                </a:lnTo>
                <a:close/>
              </a:path>
            </a:pathLst>
          </a:custGeom>
          <a:solidFill>
            <a:srgbClr val="0F161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4407280" cy="64245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197" y="1133347"/>
            <a:ext cx="1295273" cy="257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8865" y="1592198"/>
            <a:ext cx="1028826" cy="2734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065265" y="1590928"/>
            <a:ext cx="287655" cy="274955"/>
          </a:xfrm>
          <a:custGeom>
            <a:avLst/>
            <a:gdLst/>
            <a:ahLst/>
            <a:cxnLst/>
            <a:rect l="l" t="t" r="r" b="b"/>
            <a:pathLst>
              <a:path w="287654" h="274955">
                <a:moveTo>
                  <a:pt x="39116" y="0"/>
                </a:moveTo>
                <a:lnTo>
                  <a:pt x="26416" y="0"/>
                </a:lnTo>
                <a:lnTo>
                  <a:pt x="21209" y="127"/>
                </a:lnTo>
                <a:lnTo>
                  <a:pt x="17145" y="635"/>
                </a:lnTo>
                <a:lnTo>
                  <a:pt x="12954" y="1016"/>
                </a:lnTo>
                <a:lnTo>
                  <a:pt x="9651" y="1524"/>
                </a:lnTo>
                <a:lnTo>
                  <a:pt x="7112" y="2286"/>
                </a:lnTo>
                <a:lnTo>
                  <a:pt x="4572" y="2921"/>
                </a:lnTo>
                <a:lnTo>
                  <a:pt x="2667" y="3810"/>
                </a:lnTo>
                <a:lnTo>
                  <a:pt x="635" y="6096"/>
                </a:lnTo>
                <a:lnTo>
                  <a:pt x="0" y="7366"/>
                </a:lnTo>
                <a:lnTo>
                  <a:pt x="0" y="263779"/>
                </a:lnTo>
                <a:lnTo>
                  <a:pt x="26416" y="271145"/>
                </a:lnTo>
                <a:lnTo>
                  <a:pt x="39116" y="271145"/>
                </a:lnTo>
                <a:lnTo>
                  <a:pt x="65278" y="263779"/>
                </a:lnTo>
                <a:lnTo>
                  <a:pt x="65278" y="7366"/>
                </a:lnTo>
                <a:lnTo>
                  <a:pt x="64770" y="6096"/>
                </a:lnTo>
                <a:lnTo>
                  <a:pt x="63626" y="4953"/>
                </a:lnTo>
                <a:lnTo>
                  <a:pt x="62611" y="3810"/>
                </a:lnTo>
                <a:lnTo>
                  <a:pt x="60833" y="2921"/>
                </a:lnTo>
                <a:lnTo>
                  <a:pt x="58293" y="2286"/>
                </a:lnTo>
                <a:lnTo>
                  <a:pt x="55880" y="1524"/>
                </a:lnTo>
                <a:lnTo>
                  <a:pt x="52578" y="1016"/>
                </a:lnTo>
                <a:lnTo>
                  <a:pt x="48513" y="635"/>
                </a:lnTo>
                <a:lnTo>
                  <a:pt x="44323" y="127"/>
                </a:lnTo>
                <a:lnTo>
                  <a:pt x="39116" y="0"/>
                </a:lnTo>
                <a:close/>
              </a:path>
              <a:path w="287654" h="274955">
                <a:moveTo>
                  <a:pt x="128778" y="219837"/>
                </a:moveTo>
                <a:lnTo>
                  <a:pt x="125603" y="219837"/>
                </a:lnTo>
                <a:lnTo>
                  <a:pt x="124333" y="220091"/>
                </a:lnTo>
                <a:lnTo>
                  <a:pt x="122300" y="221107"/>
                </a:lnTo>
                <a:lnTo>
                  <a:pt x="121538" y="221996"/>
                </a:lnTo>
                <a:lnTo>
                  <a:pt x="120904" y="223520"/>
                </a:lnTo>
                <a:lnTo>
                  <a:pt x="120142" y="224917"/>
                </a:lnTo>
                <a:lnTo>
                  <a:pt x="119620" y="226949"/>
                </a:lnTo>
                <a:lnTo>
                  <a:pt x="119500" y="228092"/>
                </a:lnTo>
                <a:lnTo>
                  <a:pt x="119380" y="229235"/>
                </a:lnTo>
                <a:lnTo>
                  <a:pt x="119219" y="230250"/>
                </a:lnTo>
                <a:lnTo>
                  <a:pt x="119099" y="231012"/>
                </a:lnTo>
                <a:lnTo>
                  <a:pt x="118999" y="231648"/>
                </a:lnTo>
                <a:lnTo>
                  <a:pt x="118872" y="244983"/>
                </a:lnTo>
                <a:lnTo>
                  <a:pt x="119350" y="249412"/>
                </a:lnTo>
                <a:lnTo>
                  <a:pt x="119380" y="249682"/>
                </a:lnTo>
                <a:lnTo>
                  <a:pt x="120396" y="252730"/>
                </a:lnTo>
                <a:lnTo>
                  <a:pt x="121285" y="255905"/>
                </a:lnTo>
                <a:lnTo>
                  <a:pt x="122682" y="258191"/>
                </a:lnTo>
                <a:lnTo>
                  <a:pt x="124587" y="259587"/>
                </a:lnTo>
                <a:lnTo>
                  <a:pt x="126364" y="261112"/>
                </a:lnTo>
                <a:lnTo>
                  <a:pt x="129286" y="262636"/>
                </a:lnTo>
                <a:lnTo>
                  <a:pt x="137160" y="265938"/>
                </a:lnTo>
                <a:lnTo>
                  <a:pt x="142112" y="267589"/>
                </a:lnTo>
                <a:lnTo>
                  <a:pt x="148082" y="269113"/>
                </a:lnTo>
                <a:lnTo>
                  <a:pt x="153924" y="270764"/>
                </a:lnTo>
                <a:lnTo>
                  <a:pt x="160655" y="272034"/>
                </a:lnTo>
                <a:lnTo>
                  <a:pt x="168148" y="273050"/>
                </a:lnTo>
                <a:lnTo>
                  <a:pt x="175641" y="274193"/>
                </a:lnTo>
                <a:lnTo>
                  <a:pt x="183514" y="274700"/>
                </a:lnTo>
                <a:lnTo>
                  <a:pt x="191770" y="274700"/>
                </a:lnTo>
                <a:lnTo>
                  <a:pt x="229743" y="270637"/>
                </a:lnTo>
                <a:lnTo>
                  <a:pt x="266247" y="254184"/>
                </a:lnTo>
                <a:lnTo>
                  <a:pt x="280906" y="236600"/>
                </a:lnTo>
                <a:lnTo>
                  <a:pt x="181610" y="236600"/>
                </a:lnTo>
                <a:lnTo>
                  <a:pt x="173736" y="235712"/>
                </a:lnTo>
                <a:lnTo>
                  <a:pt x="159638" y="232156"/>
                </a:lnTo>
                <a:lnTo>
                  <a:pt x="153543" y="230250"/>
                </a:lnTo>
                <a:lnTo>
                  <a:pt x="148336" y="228092"/>
                </a:lnTo>
                <a:lnTo>
                  <a:pt x="143001" y="226060"/>
                </a:lnTo>
                <a:lnTo>
                  <a:pt x="138557" y="224155"/>
                </a:lnTo>
                <a:lnTo>
                  <a:pt x="135000" y="222377"/>
                </a:lnTo>
                <a:lnTo>
                  <a:pt x="131572" y="220725"/>
                </a:lnTo>
                <a:lnTo>
                  <a:pt x="128778" y="219837"/>
                </a:lnTo>
                <a:close/>
              </a:path>
              <a:path w="287654" h="274955">
                <a:moveTo>
                  <a:pt x="216662" y="65786"/>
                </a:moveTo>
                <a:lnTo>
                  <a:pt x="209804" y="65786"/>
                </a:lnTo>
                <a:lnTo>
                  <a:pt x="195191" y="66167"/>
                </a:lnTo>
                <a:lnTo>
                  <a:pt x="198274" y="66167"/>
                </a:lnTo>
                <a:lnTo>
                  <a:pt x="190071" y="66849"/>
                </a:lnTo>
                <a:lnTo>
                  <a:pt x="150157" y="78658"/>
                </a:lnTo>
                <a:lnTo>
                  <a:pt x="122174" y="108839"/>
                </a:lnTo>
                <a:lnTo>
                  <a:pt x="120586" y="115189"/>
                </a:lnTo>
                <a:lnTo>
                  <a:pt x="120459" y="115697"/>
                </a:lnTo>
                <a:lnTo>
                  <a:pt x="120332" y="116205"/>
                </a:lnTo>
                <a:lnTo>
                  <a:pt x="120269" y="116459"/>
                </a:lnTo>
                <a:lnTo>
                  <a:pt x="120142" y="134493"/>
                </a:lnTo>
                <a:lnTo>
                  <a:pt x="141859" y="168656"/>
                </a:lnTo>
                <a:lnTo>
                  <a:pt x="179959" y="185800"/>
                </a:lnTo>
                <a:lnTo>
                  <a:pt x="199262" y="191897"/>
                </a:lnTo>
                <a:lnTo>
                  <a:pt x="204850" y="193929"/>
                </a:lnTo>
                <a:lnTo>
                  <a:pt x="209931" y="196215"/>
                </a:lnTo>
                <a:lnTo>
                  <a:pt x="214884" y="198374"/>
                </a:lnTo>
                <a:lnTo>
                  <a:pt x="218948" y="201041"/>
                </a:lnTo>
                <a:lnTo>
                  <a:pt x="225044" y="206883"/>
                </a:lnTo>
                <a:lnTo>
                  <a:pt x="226568" y="210439"/>
                </a:lnTo>
                <a:lnTo>
                  <a:pt x="226568" y="218186"/>
                </a:lnTo>
                <a:lnTo>
                  <a:pt x="225981" y="220725"/>
                </a:lnTo>
                <a:lnTo>
                  <a:pt x="225893" y="221107"/>
                </a:lnTo>
                <a:lnTo>
                  <a:pt x="225806" y="221487"/>
                </a:lnTo>
                <a:lnTo>
                  <a:pt x="224155" y="224155"/>
                </a:lnTo>
                <a:lnTo>
                  <a:pt x="222504" y="226949"/>
                </a:lnTo>
                <a:lnTo>
                  <a:pt x="220091" y="229235"/>
                </a:lnTo>
                <a:lnTo>
                  <a:pt x="216788" y="231012"/>
                </a:lnTo>
                <a:lnTo>
                  <a:pt x="213613" y="232791"/>
                </a:lnTo>
                <a:lnTo>
                  <a:pt x="209804" y="234187"/>
                </a:lnTo>
                <a:lnTo>
                  <a:pt x="201041" y="236220"/>
                </a:lnTo>
                <a:lnTo>
                  <a:pt x="196087" y="236600"/>
                </a:lnTo>
                <a:lnTo>
                  <a:pt x="280906" y="236600"/>
                </a:lnTo>
                <a:lnTo>
                  <a:pt x="283084" y="232156"/>
                </a:lnTo>
                <a:lnTo>
                  <a:pt x="285353" y="225313"/>
                </a:lnTo>
                <a:lnTo>
                  <a:pt x="286682" y="218186"/>
                </a:lnTo>
                <a:lnTo>
                  <a:pt x="287147" y="210439"/>
                </a:lnTo>
                <a:lnTo>
                  <a:pt x="287147" y="202057"/>
                </a:lnTo>
                <a:lnTo>
                  <a:pt x="264922" y="168275"/>
                </a:lnTo>
                <a:lnTo>
                  <a:pt x="226187" y="151257"/>
                </a:lnTo>
                <a:lnTo>
                  <a:pt x="206629" y="145287"/>
                </a:lnTo>
                <a:lnTo>
                  <a:pt x="200787" y="143129"/>
                </a:lnTo>
                <a:lnTo>
                  <a:pt x="195707" y="140970"/>
                </a:lnTo>
                <a:lnTo>
                  <a:pt x="190626" y="138684"/>
                </a:lnTo>
                <a:lnTo>
                  <a:pt x="186436" y="136144"/>
                </a:lnTo>
                <a:lnTo>
                  <a:pt x="183387" y="133223"/>
                </a:lnTo>
                <a:lnTo>
                  <a:pt x="180212" y="130302"/>
                </a:lnTo>
                <a:lnTo>
                  <a:pt x="178688" y="126746"/>
                </a:lnTo>
                <a:lnTo>
                  <a:pt x="178688" y="119761"/>
                </a:lnTo>
                <a:lnTo>
                  <a:pt x="205612" y="102743"/>
                </a:lnTo>
                <a:lnTo>
                  <a:pt x="274790" y="102743"/>
                </a:lnTo>
                <a:lnTo>
                  <a:pt x="274828" y="94996"/>
                </a:lnTo>
                <a:lnTo>
                  <a:pt x="274700" y="92329"/>
                </a:lnTo>
                <a:lnTo>
                  <a:pt x="274193" y="88011"/>
                </a:lnTo>
                <a:lnTo>
                  <a:pt x="273877" y="86540"/>
                </a:lnTo>
                <a:lnTo>
                  <a:pt x="273558" y="84836"/>
                </a:lnTo>
                <a:lnTo>
                  <a:pt x="268732" y="77978"/>
                </a:lnTo>
                <a:lnTo>
                  <a:pt x="267208" y="76835"/>
                </a:lnTo>
                <a:lnTo>
                  <a:pt x="229870" y="67056"/>
                </a:lnTo>
                <a:lnTo>
                  <a:pt x="223393" y="66167"/>
                </a:lnTo>
                <a:lnTo>
                  <a:pt x="216662" y="65786"/>
                </a:lnTo>
                <a:close/>
              </a:path>
              <a:path w="287654" h="274955">
                <a:moveTo>
                  <a:pt x="274790" y="102743"/>
                </a:moveTo>
                <a:lnTo>
                  <a:pt x="219201" y="102743"/>
                </a:lnTo>
                <a:lnTo>
                  <a:pt x="226187" y="103505"/>
                </a:lnTo>
                <a:lnTo>
                  <a:pt x="232410" y="104902"/>
                </a:lnTo>
                <a:lnTo>
                  <a:pt x="260476" y="114300"/>
                </a:lnTo>
                <a:lnTo>
                  <a:pt x="263525" y="115697"/>
                </a:lnTo>
                <a:lnTo>
                  <a:pt x="265938" y="116459"/>
                </a:lnTo>
                <a:lnTo>
                  <a:pt x="268732" y="116459"/>
                </a:lnTo>
                <a:lnTo>
                  <a:pt x="269875" y="116205"/>
                </a:lnTo>
                <a:lnTo>
                  <a:pt x="270763" y="115697"/>
                </a:lnTo>
                <a:lnTo>
                  <a:pt x="271780" y="115189"/>
                </a:lnTo>
                <a:lnTo>
                  <a:pt x="272542" y="114300"/>
                </a:lnTo>
                <a:lnTo>
                  <a:pt x="273176" y="112903"/>
                </a:lnTo>
                <a:lnTo>
                  <a:pt x="273685" y="111506"/>
                </a:lnTo>
                <a:lnTo>
                  <a:pt x="274084" y="110109"/>
                </a:lnTo>
                <a:lnTo>
                  <a:pt x="274193" y="109728"/>
                </a:lnTo>
                <a:lnTo>
                  <a:pt x="274674" y="105156"/>
                </a:lnTo>
                <a:lnTo>
                  <a:pt x="274790" y="102743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2046" y="1571751"/>
            <a:ext cx="675640" cy="294005"/>
          </a:xfrm>
          <a:custGeom>
            <a:avLst/>
            <a:gdLst/>
            <a:ahLst/>
            <a:cxnLst/>
            <a:rect l="l" t="t" r="r" b="b"/>
            <a:pathLst>
              <a:path w="675640" h="294005">
                <a:moveTo>
                  <a:pt x="98044" y="132080"/>
                </a:moveTo>
                <a:lnTo>
                  <a:pt x="36068" y="132080"/>
                </a:lnTo>
                <a:lnTo>
                  <a:pt x="36140" y="229235"/>
                </a:lnTo>
                <a:lnTo>
                  <a:pt x="36329" y="235213"/>
                </a:lnTo>
                <a:lnTo>
                  <a:pt x="37115" y="242871"/>
                </a:lnTo>
                <a:lnTo>
                  <a:pt x="38284" y="249174"/>
                </a:lnTo>
                <a:lnTo>
                  <a:pt x="38331" y="249427"/>
                </a:lnTo>
                <a:lnTo>
                  <a:pt x="38425" y="249934"/>
                </a:lnTo>
                <a:lnTo>
                  <a:pt x="63436" y="284257"/>
                </a:lnTo>
                <a:lnTo>
                  <a:pt x="107950" y="293243"/>
                </a:lnTo>
                <a:lnTo>
                  <a:pt x="112522" y="293243"/>
                </a:lnTo>
                <a:lnTo>
                  <a:pt x="152400" y="283210"/>
                </a:lnTo>
                <a:lnTo>
                  <a:pt x="155828" y="269875"/>
                </a:lnTo>
                <a:lnTo>
                  <a:pt x="155701" y="256667"/>
                </a:lnTo>
                <a:lnTo>
                  <a:pt x="155194" y="254126"/>
                </a:lnTo>
                <a:lnTo>
                  <a:pt x="154812" y="251713"/>
                </a:lnTo>
                <a:lnTo>
                  <a:pt x="154479" y="249934"/>
                </a:lnTo>
                <a:lnTo>
                  <a:pt x="154431" y="249682"/>
                </a:lnTo>
                <a:lnTo>
                  <a:pt x="154339" y="249427"/>
                </a:lnTo>
                <a:lnTo>
                  <a:pt x="114300" y="249427"/>
                </a:lnTo>
                <a:lnTo>
                  <a:pt x="107569" y="246887"/>
                </a:lnTo>
                <a:lnTo>
                  <a:pt x="99949" y="236727"/>
                </a:lnTo>
                <a:lnTo>
                  <a:pt x="98044" y="229235"/>
                </a:lnTo>
                <a:lnTo>
                  <a:pt x="98044" y="132080"/>
                </a:lnTo>
                <a:close/>
              </a:path>
              <a:path w="675640" h="294005">
                <a:moveTo>
                  <a:pt x="149986" y="244601"/>
                </a:moveTo>
                <a:lnTo>
                  <a:pt x="147827" y="244601"/>
                </a:lnTo>
                <a:lnTo>
                  <a:pt x="146557" y="244856"/>
                </a:lnTo>
                <a:lnTo>
                  <a:pt x="143763" y="245872"/>
                </a:lnTo>
                <a:lnTo>
                  <a:pt x="141985" y="246380"/>
                </a:lnTo>
                <a:lnTo>
                  <a:pt x="137922" y="247650"/>
                </a:lnTo>
                <a:lnTo>
                  <a:pt x="134858" y="248285"/>
                </a:lnTo>
                <a:lnTo>
                  <a:pt x="130301" y="249174"/>
                </a:lnTo>
                <a:lnTo>
                  <a:pt x="127253" y="249427"/>
                </a:lnTo>
                <a:lnTo>
                  <a:pt x="154339" y="249427"/>
                </a:lnTo>
                <a:lnTo>
                  <a:pt x="153924" y="248285"/>
                </a:lnTo>
                <a:lnTo>
                  <a:pt x="153458" y="246887"/>
                </a:lnTo>
                <a:lnTo>
                  <a:pt x="153089" y="246380"/>
                </a:lnTo>
                <a:lnTo>
                  <a:pt x="152653" y="245872"/>
                </a:lnTo>
                <a:lnTo>
                  <a:pt x="150875" y="244856"/>
                </a:lnTo>
                <a:lnTo>
                  <a:pt x="149986" y="244601"/>
                </a:lnTo>
                <a:close/>
              </a:path>
              <a:path w="675640" h="294005">
                <a:moveTo>
                  <a:pt x="147574" y="89788"/>
                </a:moveTo>
                <a:lnTo>
                  <a:pt x="8254" y="89788"/>
                </a:lnTo>
                <a:lnTo>
                  <a:pt x="6730" y="90043"/>
                </a:lnTo>
                <a:lnTo>
                  <a:pt x="5587" y="90805"/>
                </a:lnTo>
                <a:lnTo>
                  <a:pt x="4317" y="91439"/>
                </a:lnTo>
                <a:lnTo>
                  <a:pt x="635" y="100711"/>
                </a:lnTo>
                <a:lnTo>
                  <a:pt x="126" y="103505"/>
                </a:lnTo>
                <a:lnTo>
                  <a:pt x="6476" y="132080"/>
                </a:lnTo>
                <a:lnTo>
                  <a:pt x="149351" y="132080"/>
                </a:lnTo>
                <a:lnTo>
                  <a:pt x="151764" y="130429"/>
                </a:lnTo>
                <a:lnTo>
                  <a:pt x="153416" y="127254"/>
                </a:lnTo>
                <a:lnTo>
                  <a:pt x="155067" y="123951"/>
                </a:lnTo>
                <a:lnTo>
                  <a:pt x="155828" y="118491"/>
                </a:lnTo>
                <a:lnTo>
                  <a:pt x="155701" y="103505"/>
                </a:lnTo>
                <a:lnTo>
                  <a:pt x="155194" y="100711"/>
                </a:lnTo>
                <a:lnTo>
                  <a:pt x="154812" y="97917"/>
                </a:lnTo>
                <a:lnTo>
                  <a:pt x="150368" y="90805"/>
                </a:lnTo>
                <a:lnTo>
                  <a:pt x="149098" y="90043"/>
                </a:lnTo>
                <a:lnTo>
                  <a:pt x="147574" y="89788"/>
                </a:lnTo>
                <a:close/>
              </a:path>
              <a:path w="675640" h="294005">
                <a:moveTo>
                  <a:pt x="78104" y="39877"/>
                </a:moveTo>
                <a:lnTo>
                  <a:pt x="56006" y="39877"/>
                </a:lnTo>
                <a:lnTo>
                  <a:pt x="51943" y="40259"/>
                </a:lnTo>
                <a:lnTo>
                  <a:pt x="47878" y="40512"/>
                </a:lnTo>
                <a:lnTo>
                  <a:pt x="36068" y="46989"/>
                </a:lnTo>
                <a:lnTo>
                  <a:pt x="36068" y="89788"/>
                </a:lnTo>
                <a:lnTo>
                  <a:pt x="98044" y="89788"/>
                </a:lnTo>
                <a:lnTo>
                  <a:pt x="98044" y="46989"/>
                </a:lnTo>
                <a:lnTo>
                  <a:pt x="97535" y="45847"/>
                </a:lnTo>
                <a:lnTo>
                  <a:pt x="96520" y="44704"/>
                </a:lnTo>
                <a:lnTo>
                  <a:pt x="95630" y="43561"/>
                </a:lnTo>
                <a:lnTo>
                  <a:pt x="93979" y="42672"/>
                </a:lnTo>
                <a:lnTo>
                  <a:pt x="91567" y="41910"/>
                </a:lnTo>
                <a:lnTo>
                  <a:pt x="89280" y="41148"/>
                </a:lnTo>
                <a:lnTo>
                  <a:pt x="86105" y="40512"/>
                </a:lnTo>
                <a:lnTo>
                  <a:pt x="82169" y="40259"/>
                </a:lnTo>
                <a:lnTo>
                  <a:pt x="78104" y="39877"/>
                </a:lnTo>
                <a:close/>
              </a:path>
              <a:path w="675640" h="294005">
                <a:moveTo>
                  <a:pt x="237871" y="0"/>
                </a:moveTo>
                <a:lnTo>
                  <a:pt x="225678" y="0"/>
                </a:lnTo>
                <a:lnTo>
                  <a:pt x="220725" y="254"/>
                </a:lnTo>
                <a:lnTo>
                  <a:pt x="216788" y="635"/>
                </a:lnTo>
                <a:lnTo>
                  <a:pt x="212725" y="1143"/>
                </a:lnTo>
                <a:lnTo>
                  <a:pt x="209550" y="1650"/>
                </a:lnTo>
                <a:lnTo>
                  <a:pt x="207263" y="2412"/>
                </a:lnTo>
                <a:lnTo>
                  <a:pt x="204850" y="3175"/>
                </a:lnTo>
                <a:lnTo>
                  <a:pt x="203200" y="4191"/>
                </a:lnTo>
                <a:lnTo>
                  <a:pt x="202183" y="5207"/>
                </a:lnTo>
                <a:lnTo>
                  <a:pt x="201168" y="6350"/>
                </a:lnTo>
                <a:lnTo>
                  <a:pt x="200659" y="7620"/>
                </a:lnTo>
                <a:lnTo>
                  <a:pt x="200659" y="283337"/>
                </a:lnTo>
                <a:lnTo>
                  <a:pt x="201168" y="284607"/>
                </a:lnTo>
                <a:lnTo>
                  <a:pt x="203200" y="286638"/>
                </a:lnTo>
                <a:lnTo>
                  <a:pt x="204850" y="287527"/>
                </a:lnTo>
                <a:lnTo>
                  <a:pt x="207263" y="288163"/>
                </a:lnTo>
                <a:lnTo>
                  <a:pt x="209550" y="288925"/>
                </a:lnTo>
                <a:lnTo>
                  <a:pt x="212725" y="289433"/>
                </a:lnTo>
                <a:lnTo>
                  <a:pt x="216788" y="289813"/>
                </a:lnTo>
                <a:lnTo>
                  <a:pt x="220725" y="290068"/>
                </a:lnTo>
                <a:lnTo>
                  <a:pt x="225678" y="290322"/>
                </a:lnTo>
                <a:lnTo>
                  <a:pt x="237871" y="290322"/>
                </a:lnTo>
                <a:lnTo>
                  <a:pt x="256412" y="288163"/>
                </a:lnTo>
                <a:lnTo>
                  <a:pt x="258825" y="287527"/>
                </a:lnTo>
                <a:lnTo>
                  <a:pt x="260476" y="286638"/>
                </a:lnTo>
                <a:lnTo>
                  <a:pt x="261493" y="285623"/>
                </a:lnTo>
                <a:lnTo>
                  <a:pt x="262381" y="284607"/>
                </a:lnTo>
                <a:lnTo>
                  <a:pt x="262889" y="283337"/>
                </a:lnTo>
                <a:lnTo>
                  <a:pt x="262889" y="158876"/>
                </a:lnTo>
                <a:lnTo>
                  <a:pt x="269392" y="152330"/>
                </a:lnTo>
                <a:lnTo>
                  <a:pt x="304164" y="130429"/>
                </a:lnTo>
                <a:lnTo>
                  <a:pt x="405851" y="130429"/>
                </a:lnTo>
                <a:lnTo>
                  <a:pt x="404481" y="126474"/>
                </a:lnTo>
                <a:lnTo>
                  <a:pt x="401399" y="119935"/>
                </a:lnTo>
                <a:lnTo>
                  <a:pt x="397674" y="113849"/>
                </a:lnTo>
                <a:lnTo>
                  <a:pt x="395768" y="111379"/>
                </a:lnTo>
                <a:lnTo>
                  <a:pt x="262889" y="111379"/>
                </a:lnTo>
                <a:lnTo>
                  <a:pt x="262889" y="7620"/>
                </a:lnTo>
                <a:lnTo>
                  <a:pt x="242950" y="254"/>
                </a:lnTo>
                <a:lnTo>
                  <a:pt x="237871" y="0"/>
                </a:lnTo>
                <a:close/>
              </a:path>
              <a:path w="675640" h="294005">
                <a:moveTo>
                  <a:pt x="405851" y="130429"/>
                </a:moveTo>
                <a:lnTo>
                  <a:pt x="318388" y="130429"/>
                </a:lnTo>
                <a:lnTo>
                  <a:pt x="323850" y="131445"/>
                </a:lnTo>
                <a:lnTo>
                  <a:pt x="333248" y="135509"/>
                </a:lnTo>
                <a:lnTo>
                  <a:pt x="337057" y="138302"/>
                </a:lnTo>
                <a:lnTo>
                  <a:pt x="339978" y="141986"/>
                </a:lnTo>
                <a:lnTo>
                  <a:pt x="343026" y="145669"/>
                </a:lnTo>
                <a:lnTo>
                  <a:pt x="345185" y="149987"/>
                </a:lnTo>
                <a:lnTo>
                  <a:pt x="346836" y="155194"/>
                </a:lnTo>
                <a:lnTo>
                  <a:pt x="348360" y="160274"/>
                </a:lnTo>
                <a:lnTo>
                  <a:pt x="349123" y="167259"/>
                </a:lnTo>
                <a:lnTo>
                  <a:pt x="349123" y="283337"/>
                </a:lnTo>
                <a:lnTo>
                  <a:pt x="349630" y="284607"/>
                </a:lnTo>
                <a:lnTo>
                  <a:pt x="351662" y="286638"/>
                </a:lnTo>
                <a:lnTo>
                  <a:pt x="353313" y="287527"/>
                </a:lnTo>
                <a:lnTo>
                  <a:pt x="355600" y="288163"/>
                </a:lnTo>
                <a:lnTo>
                  <a:pt x="357885" y="288925"/>
                </a:lnTo>
                <a:lnTo>
                  <a:pt x="361060" y="289433"/>
                </a:lnTo>
                <a:lnTo>
                  <a:pt x="365125" y="289813"/>
                </a:lnTo>
                <a:lnTo>
                  <a:pt x="369188" y="290068"/>
                </a:lnTo>
                <a:lnTo>
                  <a:pt x="374142" y="290322"/>
                </a:lnTo>
                <a:lnTo>
                  <a:pt x="386206" y="290322"/>
                </a:lnTo>
                <a:lnTo>
                  <a:pt x="404749" y="288163"/>
                </a:lnTo>
                <a:lnTo>
                  <a:pt x="407034" y="287527"/>
                </a:lnTo>
                <a:lnTo>
                  <a:pt x="408685" y="286638"/>
                </a:lnTo>
                <a:lnTo>
                  <a:pt x="410718" y="284607"/>
                </a:lnTo>
                <a:lnTo>
                  <a:pt x="411225" y="283337"/>
                </a:lnTo>
                <a:lnTo>
                  <a:pt x="411195" y="167259"/>
                </a:lnTo>
                <a:lnTo>
                  <a:pt x="411009" y="160274"/>
                </a:lnTo>
                <a:lnTo>
                  <a:pt x="410962" y="158497"/>
                </a:lnTo>
                <a:lnTo>
                  <a:pt x="410216" y="149987"/>
                </a:lnTo>
                <a:lnTo>
                  <a:pt x="410162" y="149367"/>
                </a:lnTo>
                <a:lnTo>
                  <a:pt x="408970" y="141986"/>
                </a:lnTo>
                <a:lnTo>
                  <a:pt x="408926" y="141714"/>
                </a:lnTo>
                <a:lnTo>
                  <a:pt x="408814" y="141023"/>
                </a:lnTo>
                <a:lnTo>
                  <a:pt x="406907" y="133476"/>
                </a:lnTo>
                <a:lnTo>
                  <a:pt x="405851" y="130429"/>
                </a:lnTo>
                <a:close/>
              </a:path>
              <a:path w="675640" h="294005">
                <a:moveTo>
                  <a:pt x="330326" y="84962"/>
                </a:moveTo>
                <a:lnTo>
                  <a:pt x="287393" y="95234"/>
                </a:lnTo>
                <a:lnTo>
                  <a:pt x="262889" y="111379"/>
                </a:lnTo>
                <a:lnTo>
                  <a:pt x="395768" y="111379"/>
                </a:lnTo>
                <a:lnTo>
                  <a:pt x="360134" y="88445"/>
                </a:lnTo>
                <a:lnTo>
                  <a:pt x="351519" y="86598"/>
                </a:lnTo>
                <a:lnTo>
                  <a:pt x="351893" y="86598"/>
                </a:lnTo>
                <a:lnTo>
                  <a:pt x="341340" y="85369"/>
                </a:lnTo>
                <a:lnTo>
                  <a:pt x="341807" y="85369"/>
                </a:lnTo>
                <a:lnTo>
                  <a:pt x="330326" y="84962"/>
                </a:lnTo>
                <a:close/>
              </a:path>
              <a:path w="675640" h="294005">
                <a:moveTo>
                  <a:pt x="571500" y="84962"/>
                </a:moveTo>
                <a:lnTo>
                  <a:pt x="524509" y="92201"/>
                </a:lnTo>
                <a:lnTo>
                  <a:pt x="488950" y="113284"/>
                </a:lnTo>
                <a:lnTo>
                  <a:pt x="466725" y="146938"/>
                </a:lnTo>
                <a:lnTo>
                  <a:pt x="463476" y="156892"/>
                </a:lnTo>
                <a:lnTo>
                  <a:pt x="463391" y="157154"/>
                </a:lnTo>
                <a:lnTo>
                  <a:pt x="461010" y="167989"/>
                </a:lnTo>
                <a:lnTo>
                  <a:pt x="459581" y="179443"/>
                </a:lnTo>
                <a:lnTo>
                  <a:pt x="459150" y="190373"/>
                </a:lnTo>
                <a:lnTo>
                  <a:pt x="459104" y="191516"/>
                </a:lnTo>
                <a:lnTo>
                  <a:pt x="459233" y="195072"/>
                </a:lnTo>
                <a:lnTo>
                  <a:pt x="459343" y="198120"/>
                </a:lnTo>
                <a:lnTo>
                  <a:pt x="459453" y="201168"/>
                </a:lnTo>
                <a:lnTo>
                  <a:pt x="459557" y="204063"/>
                </a:lnTo>
                <a:lnTo>
                  <a:pt x="460914" y="215788"/>
                </a:lnTo>
                <a:lnTo>
                  <a:pt x="475583" y="254349"/>
                </a:lnTo>
                <a:lnTo>
                  <a:pt x="505110" y="279765"/>
                </a:lnTo>
                <a:lnTo>
                  <a:pt x="549370" y="292290"/>
                </a:lnTo>
                <a:lnTo>
                  <a:pt x="576960" y="293877"/>
                </a:lnTo>
                <a:lnTo>
                  <a:pt x="582303" y="293877"/>
                </a:lnTo>
                <a:lnTo>
                  <a:pt x="591391" y="293477"/>
                </a:lnTo>
                <a:lnTo>
                  <a:pt x="591935" y="293477"/>
                </a:lnTo>
                <a:lnTo>
                  <a:pt x="632968" y="287909"/>
                </a:lnTo>
                <a:lnTo>
                  <a:pt x="664845" y="266700"/>
                </a:lnTo>
                <a:lnTo>
                  <a:pt x="665099" y="264541"/>
                </a:lnTo>
                <a:lnTo>
                  <a:pt x="664990" y="254349"/>
                </a:lnTo>
                <a:lnTo>
                  <a:pt x="576905" y="254349"/>
                </a:lnTo>
                <a:lnTo>
                  <a:pt x="567705" y="253507"/>
                </a:lnTo>
                <a:lnTo>
                  <a:pt x="536321" y="240537"/>
                </a:lnTo>
                <a:lnTo>
                  <a:pt x="531495" y="236093"/>
                </a:lnTo>
                <a:lnTo>
                  <a:pt x="527938" y="230632"/>
                </a:lnTo>
                <a:lnTo>
                  <a:pt x="525652" y="224155"/>
                </a:lnTo>
                <a:lnTo>
                  <a:pt x="523494" y="217677"/>
                </a:lnTo>
                <a:lnTo>
                  <a:pt x="522350" y="210566"/>
                </a:lnTo>
                <a:lnTo>
                  <a:pt x="522350" y="202692"/>
                </a:lnTo>
                <a:lnTo>
                  <a:pt x="662431" y="202692"/>
                </a:lnTo>
                <a:lnTo>
                  <a:pt x="667130" y="201168"/>
                </a:lnTo>
                <a:lnTo>
                  <a:pt x="670432" y="198120"/>
                </a:lnTo>
                <a:lnTo>
                  <a:pt x="673861" y="195072"/>
                </a:lnTo>
                <a:lnTo>
                  <a:pt x="675512" y="190373"/>
                </a:lnTo>
                <a:lnTo>
                  <a:pt x="675512" y="175641"/>
                </a:lnTo>
                <a:lnTo>
                  <a:pt x="675263" y="169037"/>
                </a:lnTo>
                <a:lnTo>
                  <a:pt x="522350" y="169037"/>
                </a:lnTo>
                <a:lnTo>
                  <a:pt x="522731" y="162560"/>
                </a:lnTo>
                <a:lnTo>
                  <a:pt x="523745" y="157154"/>
                </a:lnTo>
                <a:lnTo>
                  <a:pt x="523794" y="156892"/>
                </a:lnTo>
                <a:lnTo>
                  <a:pt x="523875" y="156463"/>
                </a:lnTo>
                <a:lnTo>
                  <a:pt x="549401" y="125602"/>
                </a:lnTo>
                <a:lnTo>
                  <a:pt x="562101" y="121920"/>
                </a:lnTo>
                <a:lnTo>
                  <a:pt x="660434" y="121920"/>
                </a:lnTo>
                <a:lnTo>
                  <a:pt x="656988" y="117177"/>
                </a:lnTo>
                <a:lnTo>
                  <a:pt x="618871" y="91821"/>
                </a:lnTo>
                <a:lnTo>
                  <a:pt x="597690" y="86772"/>
                </a:lnTo>
                <a:lnTo>
                  <a:pt x="598100" y="86772"/>
                </a:lnTo>
                <a:lnTo>
                  <a:pt x="585059" y="85415"/>
                </a:lnTo>
                <a:lnTo>
                  <a:pt x="585571" y="85415"/>
                </a:lnTo>
                <a:lnTo>
                  <a:pt x="571500" y="84962"/>
                </a:lnTo>
                <a:close/>
              </a:path>
              <a:path w="675640" h="294005">
                <a:moveTo>
                  <a:pt x="658749" y="241681"/>
                </a:moveTo>
                <a:lnTo>
                  <a:pt x="654811" y="241681"/>
                </a:lnTo>
                <a:lnTo>
                  <a:pt x="650849" y="242443"/>
                </a:lnTo>
                <a:lnTo>
                  <a:pt x="651152" y="242443"/>
                </a:lnTo>
                <a:lnTo>
                  <a:pt x="647179" y="243839"/>
                </a:lnTo>
                <a:lnTo>
                  <a:pt x="643223" y="245110"/>
                </a:lnTo>
                <a:lnTo>
                  <a:pt x="638682" y="246507"/>
                </a:lnTo>
                <a:lnTo>
                  <a:pt x="632713" y="248031"/>
                </a:lnTo>
                <a:lnTo>
                  <a:pt x="626618" y="249682"/>
                </a:lnTo>
                <a:lnTo>
                  <a:pt x="588757" y="254349"/>
                </a:lnTo>
                <a:lnTo>
                  <a:pt x="664990" y="254349"/>
                </a:lnTo>
                <a:lnTo>
                  <a:pt x="664949" y="252398"/>
                </a:lnTo>
                <a:lnTo>
                  <a:pt x="664802" y="251079"/>
                </a:lnTo>
                <a:lnTo>
                  <a:pt x="664682" y="249682"/>
                </a:lnTo>
                <a:lnTo>
                  <a:pt x="660907" y="242443"/>
                </a:lnTo>
                <a:lnTo>
                  <a:pt x="660019" y="241935"/>
                </a:lnTo>
                <a:lnTo>
                  <a:pt x="658749" y="241681"/>
                </a:lnTo>
                <a:close/>
              </a:path>
              <a:path w="675640" h="294005">
                <a:moveTo>
                  <a:pt x="660434" y="121920"/>
                </a:moveTo>
                <a:lnTo>
                  <a:pt x="569976" y="121920"/>
                </a:lnTo>
                <a:lnTo>
                  <a:pt x="581003" y="122705"/>
                </a:lnTo>
                <a:lnTo>
                  <a:pt x="590470" y="125063"/>
                </a:lnTo>
                <a:lnTo>
                  <a:pt x="614828" y="158656"/>
                </a:lnTo>
                <a:lnTo>
                  <a:pt x="614963" y="162560"/>
                </a:lnTo>
                <a:lnTo>
                  <a:pt x="615086" y="166094"/>
                </a:lnTo>
                <a:lnTo>
                  <a:pt x="615187" y="169037"/>
                </a:lnTo>
                <a:lnTo>
                  <a:pt x="675263" y="169037"/>
                </a:lnTo>
                <a:lnTo>
                  <a:pt x="666184" y="131552"/>
                </a:lnTo>
                <a:lnTo>
                  <a:pt x="662003" y="124078"/>
                </a:lnTo>
                <a:lnTo>
                  <a:pt x="660434" y="121920"/>
                </a:lnTo>
                <a:close/>
              </a:path>
            </a:pathLst>
          </a:custGeom>
          <a:solidFill>
            <a:srgbClr val="F1F4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1230" y="1572386"/>
            <a:ext cx="1715389" cy="2932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86197" y="2276220"/>
            <a:ext cx="2885948" cy="16476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3595" y="2276220"/>
            <a:ext cx="2885948" cy="16476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86197" y="4095369"/>
            <a:ext cx="5943346" cy="1209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445" y="553212"/>
            <a:ext cx="1007833" cy="911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668" y="7877797"/>
            <a:ext cx="150012" cy="149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619658-5EBC-0B23-C944-FD5F86AFFB76}"/>
              </a:ext>
            </a:extLst>
          </p:cNvPr>
          <p:cNvSpPr txBox="1"/>
          <p:nvPr/>
        </p:nvSpPr>
        <p:spPr>
          <a:xfrm>
            <a:off x="3200400" y="2816225"/>
            <a:ext cx="68098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masis MT Pro Light" panose="02040304050005020304" pitchFamily="18" charset="0"/>
              </a:rPr>
              <a:t>Thank </a:t>
            </a:r>
          </a:p>
          <a:p>
            <a:r>
              <a:rPr lang="en-US" sz="9600" dirty="0">
                <a:latin typeface="Amasis MT Pro Light" panose="02040304050005020304" pitchFamily="18" charset="0"/>
              </a:rPr>
              <a:t>		You</a:t>
            </a:r>
            <a:endParaRPr lang="en-IN" sz="9600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66</Words>
  <Application>Microsoft Office PowerPoint</Application>
  <PresentationFormat>Custom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Amasis MT Pro Light</vt:lpstr>
      <vt:lpstr>Aptos</vt:lpstr>
      <vt:lpstr>Arial</vt:lpstr>
      <vt:lpstr>Arial MT</vt:lpstr>
      <vt:lpstr>Arial Nova Light</vt:lpstr>
      <vt:lpstr>Calibri</vt:lpstr>
      <vt:lpstr>Dark Gradient</vt:lpstr>
      <vt:lpstr>PowerPoint Presentation</vt:lpstr>
      <vt:lpstr>PowerPoint Presentation</vt:lpstr>
      <vt:lpstr>PowerPoint Presentation</vt:lpstr>
      <vt:lpstr>Eight Capabilities. One Unified Platform.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anish karthik</dc:creator>
  <cp:lastModifiedBy>anish karthik</cp:lastModifiedBy>
  <cp:revision>1</cp:revision>
  <dcterms:created xsi:type="dcterms:W3CDTF">2026-09-22T10:33:53Z</dcterms:created>
  <dcterms:modified xsi:type="dcterms:W3CDTF">2026-09-22T13:00:42Z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Microsoft® Word for Microsoft 365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Word for Microsoft 365</vt:lpwstr>
  </property>
</Properties>
</file>